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1" r:id="rId1"/>
  </p:sldMasterIdLst>
  <p:notesMasterIdLst>
    <p:notesMasterId r:id="rId8"/>
  </p:notesMasterIdLst>
  <p:sldIdLst>
    <p:sldId id="256" r:id="rId2"/>
    <p:sldId id="257" r:id="rId3"/>
    <p:sldId id="259" r:id="rId4"/>
    <p:sldId id="279" r:id="rId5"/>
    <p:sldId id="281" r:id="rId6"/>
    <p:sldId id="278"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AE7B0D0-6594-43C6-93BA-66F4704A92B3}">
          <p14:sldIdLst>
            <p14:sldId id="256"/>
            <p14:sldId id="257"/>
            <p14:sldId id="259"/>
            <p14:sldId id="279"/>
            <p14:sldId id="281"/>
          </p14:sldIdLst>
        </p14:section>
        <p14:section name="End Presentation" id="{0B65011A-A73E-4D39-8196-C944AE3FD4BD}">
          <p14:sldIdLst>
            <p14:sldId id="278"/>
          </p14:sldIdLst>
        </p14:section>
      </p14:sectionLst>
    </p:ex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85289B-D605-4A8C-A9A0-24ED99F91A9D}" v="73" dt="2026-05-05T22:30:42.0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1" d="100"/>
          <a:sy n="101" d="100"/>
        </p:scale>
        <p:origin x="876" y="108"/>
      </p:cViewPr>
      <p:guideLst>
        <p:guide orient="horz" pos="2184"/>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SIKUMAR DAMODARAN" userId="02cd8bdd-716f-4cd6-b6d8-2cbc6d30b9a9" providerId="ADAL" clId="{BA1034DF-ECC2-448A-B833-47845A7B3AEC}"/>
    <pc:docChg chg="custSel addSld delSld modSld delSection modSection">
      <pc:chgData name="SASIKUMAR DAMODARAN" userId="02cd8bdd-716f-4cd6-b6d8-2cbc6d30b9a9" providerId="ADAL" clId="{BA1034DF-ECC2-448A-B833-47845A7B3AEC}" dt="2026-05-05T22:30:43.122" v="360" actId="20577"/>
      <pc:docMkLst>
        <pc:docMk/>
      </pc:docMkLst>
      <pc:sldChg chg="addSp delSp modSp mod modNotesTx">
        <pc:chgData name="SASIKUMAR DAMODARAN" userId="02cd8bdd-716f-4cd6-b6d8-2cbc6d30b9a9" providerId="ADAL" clId="{BA1034DF-ECC2-448A-B833-47845A7B3AEC}" dt="2026-05-05T22:30:43.122" v="360" actId="20577"/>
        <pc:sldMkLst>
          <pc:docMk/>
          <pc:sldMk cId="1320958518" sldId="256"/>
        </pc:sldMkLst>
        <pc:spChg chg="mod">
          <ac:chgData name="SASIKUMAR DAMODARAN" userId="02cd8bdd-716f-4cd6-b6d8-2cbc6d30b9a9" providerId="ADAL" clId="{BA1034DF-ECC2-448A-B833-47845A7B3AEC}" dt="2026-05-05T21:46:37.712" v="53" actId="14100"/>
          <ac:spMkLst>
            <pc:docMk/>
            <pc:sldMk cId="1320958518" sldId="256"/>
            <ac:spMk id="2" creationId="{D3935DD6-5A94-6C73-8C8F-D96F780FCF43}"/>
          </ac:spMkLst>
        </pc:spChg>
        <pc:spChg chg="mod">
          <ac:chgData name="SASIKUMAR DAMODARAN" userId="02cd8bdd-716f-4cd6-b6d8-2cbc6d30b9a9" providerId="ADAL" clId="{BA1034DF-ECC2-448A-B833-47845A7B3AEC}" dt="2026-05-05T21:45:53.225" v="10" actId="1076"/>
          <ac:spMkLst>
            <pc:docMk/>
            <pc:sldMk cId="1320958518" sldId="256"/>
            <ac:spMk id="3" creationId="{59AC9DD3-1B3D-7E64-5FBE-BEDAA4A89703}"/>
          </ac:spMkLst>
        </pc:spChg>
        <pc:spChg chg="mod">
          <ac:chgData name="SASIKUMAR DAMODARAN" userId="02cd8bdd-716f-4cd6-b6d8-2cbc6d30b9a9" providerId="ADAL" clId="{BA1034DF-ECC2-448A-B833-47845A7B3AEC}" dt="2026-05-05T21:45:47.928" v="9" actId="1076"/>
          <ac:spMkLst>
            <pc:docMk/>
            <pc:sldMk cId="1320958518" sldId="256"/>
            <ac:spMk id="5" creationId="{61319A55-CBF6-DAA6-DD75-D0530D783A79}"/>
          </ac:spMkLst>
        </pc:spChg>
        <pc:picChg chg="del">
          <ac:chgData name="SASIKUMAR DAMODARAN" userId="02cd8bdd-716f-4cd6-b6d8-2cbc6d30b9a9" providerId="ADAL" clId="{BA1034DF-ECC2-448A-B833-47845A7B3AEC}" dt="2026-05-05T21:45:00.602" v="0" actId="478"/>
          <ac:picMkLst>
            <pc:docMk/>
            <pc:sldMk cId="1320958518" sldId="256"/>
            <ac:picMk id="4" creationId="{FBBE90EA-1681-AE1F-088E-717AE31CFEE5}"/>
          </ac:picMkLst>
        </pc:picChg>
        <pc:picChg chg="add mod">
          <ac:chgData name="SASIKUMAR DAMODARAN" userId="02cd8bdd-716f-4cd6-b6d8-2cbc6d30b9a9" providerId="ADAL" clId="{BA1034DF-ECC2-448A-B833-47845A7B3AEC}" dt="2026-05-05T21:46:57.199" v="54" actId="1076"/>
          <ac:picMkLst>
            <pc:docMk/>
            <pc:sldMk cId="1320958518" sldId="256"/>
            <ac:picMk id="7" creationId="{6D93FAE0-479A-084B-B91C-B4E86117FBB1}"/>
          </ac:picMkLst>
        </pc:picChg>
      </pc:sldChg>
      <pc:sldChg chg="addSp delSp modSp mod delAnim modAnim modNotesTx">
        <pc:chgData name="SASIKUMAR DAMODARAN" userId="02cd8bdd-716f-4cd6-b6d8-2cbc6d30b9a9" providerId="ADAL" clId="{BA1034DF-ECC2-448A-B833-47845A7B3AEC}" dt="2026-05-05T21:53:46.941" v="141" actId="6549"/>
        <pc:sldMkLst>
          <pc:docMk/>
          <pc:sldMk cId="1656790889" sldId="257"/>
        </pc:sldMkLst>
        <pc:spChg chg="mod">
          <ac:chgData name="SASIKUMAR DAMODARAN" userId="02cd8bdd-716f-4cd6-b6d8-2cbc6d30b9a9" providerId="ADAL" clId="{BA1034DF-ECC2-448A-B833-47845A7B3AEC}" dt="2026-05-05T21:53:02.622" v="137" actId="1076"/>
          <ac:spMkLst>
            <pc:docMk/>
            <pc:sldMk cId="1656790889" sldId="257"/>
            <ac:spMk id="4" creationId="{939D7ABC-F1A0-A041-E066-E8547B40AAB2}"/>
          </ac:spMkLst>
        </pc:spChg>
        <pc:spChg chg="mod topLvl">
          <ac:chgData name="SASIKUMAR DAMODARAN" userId="02cd8bdd-716f-4cd6-b6d8-2cbc6d30b9a9" providerId="ADAL" clId="{BA1034DF-ECC2-448A-B833-47845A7B3AEC}" dt="2026-05-05T21:53:12.956" v="138" actId="1076"/>
          <ac:spMkLst>
            <pc:docMk/>
            <pc:sldMk cId="1656790889" sldId="257"/>
            <ac:spMk id="5" creationId="{20310E7B-B423-ED63-5B2E-107763E9C9E1}"/>
          </ac:spMkLst>
        </pc:spChg>
        <pc:spChg chg="mod">
          <ac:chgData name="SASIKUMAR DAMODARAN" userId="02cd8bdd-716f-4cd6-b6d8-2cbc6d30b9a9" providerId="ADAL" clId="{BA1034DF-ECC2-448A-B833-47845A7B3AEC}" dt="2026-05-05T21:52:28.834" v="132" actId="1076"/>
          <ac:spMkLst>
            <pc:docMk/>
            <pc:sldMk cId="1656790889" sldId="257"/>
            <ac:spMk id="7" creationId="{007C45EC-2DF6-CEE4-92A6-2B4C53746079}"/>
          </ac:spMkLst>
        </pc:spChg>
        <pc:spChg chg="mod">
          <ac:chgData name="SASIKUMAR DAMODARAN" userId="02cd8bdd-716f-4cd6-b6d8-2cbc6d30b9a9" providerId="ADAL" clId="{BA1034DF-ECC2-448A-B833-47845A7B3AEC}" dt="2026-05-05T21:52:32.140" v="133" actId="1076"/>
          <ac:spMkLst>
            <pc:docMk/>
            <pc:sldMk cId="1656790889" sldId="257"/>
            <ac:spMk id="8" creationId="{B33A7DC2-AE3E-8FBA-108C-82B33F3034C5}"/>
          </ac:spMkLst>
        </pc:spChg>
        <pc:spChg chg="mod topLvl">
          <ac:chgData name="SASIKUMAR DAMODARAN" userId="02cd8bdd-716f-4cd6-b6d8-2cbc6d30b9a9" providerId="ADAL" clId="{BA1034DF-ECC2-448A-B833-47845A7B3AEC}" dt="2026-05-05T21:53:16.991" v="139" actId="20577"/>
          <ac:spMkLst>
            <pc:docMk/>
            <pc:sldMk cId="1656790889" sldId="257"/>
            <ac:spMk id="9" creationId="{563D3CFF-A08C-AE11-DAD6-95C076B62930}"/>
          </ac:spMkLst>
        </pc:spChg>
        <pc:grpChg chg="add del mod">
          <ac:chgData name="SASIKUMAR DAMODARAN" userId="02cd8bdd-716f-4cd6-b6d8-2cbc6d30b9a9" providerId="ADAL" clId="{BA1034DF-ECC2-448A-B833-47845A7B3AEC}" dt="2026-05-05T21:51:13.046" v="90" actId="478"/>
          <ac:grpSpMkLst>
            <pc:docMk/>
            <pc:sldMk cId="1656790889" sldId="257"/>
            <ac:grpSpMk id="3" creationId="{850AC6BE-B667-E487-F3CF-55BF113FA48C}"/>
          </ac:grpSpMkLst>
        </pc:grpChg>
        <pc:grpChg chg="mod">
          <ac:chgData name="SASIKUMAR DAMODARAN" userId="02cd8bdd-716f-4cd6-b6d8-2cbc6d30b9a9" providerId="ADAL" clId="{BA1034DF-ECC2-448A-B833-47845A7B3AEC}" dt="2026-05-05T21:52:28.834" v="132" actId="1076"/>
          <ac:grpSpMkLst>
            <pc:docMk/>
            <pc:sldMk cId="1656790889" sldId="257"/>
            <ac:grpSpMk id="23" creationId="{D3AE331D-27B9-D9CD-F698-9FB3A47A8979}"/>
          </ac:grpSpMkLst>
        </pc:grpChg>
        <pc:grpChg chg="del mod">
          <ac:chgData name="SASIKUMAR DAMODARAN" userId="02cd8bdd-716f-4cd6-b6d8-2cbc6d30b9a9" providerId="ADAL" clId="{BA1034DF-ECC2-448A-B833-47845A7B3AEC}" dt="2026-05-05T21:52:06.322" v="128" actId="478"/>
          <ac:grpSpMkLst>
            <pc:docMk/>
            <pc:sldMk cId="1656790889" sldId="257"/>
            <ac:grpSpMk id="26" creationId="{EE74D148-3544-359B-B393-0D424C5726F8}"/>
          </ac:grpSpMkLst>
        </pc:grpChg>
        <pc:grpChg chg="del">
          <ac:chgData name="SASIKUMAR DAMODARAN" userId="02cd8bdd-716f-4cd6-b6d8-2cbc6d30b9a9" providerId="ADAL" clId="{BA1034DF-ECC2-448A-B833-47845A7B3AEC}" dt="2026-05-05T21:50:38.722" v="87" actId="478"/>
          <ac:grpSpMkLst>
            <pc:docMk/>
            <pc:sldMk cId="1656790889" sldId="257"/>
            <ac:grpSpMk id="27" creationId="{C2CA2D67-3395-332C-9657-28B3FCF4F3BC}"/>
          </ac:grpSpMkLst>
        </pc:grpChg>
        <pc:grpChg chg="mod">
          <ac:chgData name="SASIKUMAR DAMODARAN" userId="02cd8bdd-716f-4cd6-b6d8-2cbc6d30b9a9" providerId="ADAL" clId="{BA1034DF-ECC2-448A-B833-47845A7B3AEC}" dt="2026-05-05T21:52:28.834" v="132" actId="1076"/>
          <ac:grpSpMkLst>
            <pc:docMk/>
            <pc:sldMk cId="1656790889" sldId="257"/>
            <ac:grpSpMk id="28" creationId="{6AED94C9-003B-E1EB-8F96-54DC9895AEAA}"/>
          </ac:grpSpMkLst>
        </pc:grpChg>
        <pc:grpChg chg="mod">
          <ac:chgData name="SASIKUMAR DAMODARAN" userId="02cd8bdd-716f-4cd6-b6d8-2cbc6d30b9a9" providerId="ADAL" clId="{BA1034DF-ECC2-448A-B833-47845A7B3AEC}" dt="2026-05-05T21:52:32.140" v="133" actId="1076"/>
          <ac:grpSpMkLst>
            <pc:docMk/>
            <pc:sldMk cId="1656790889" sldId="257"/>
            <ac:grpSpMk id="29" creationId="{492EC1FC-1306-CCC6-0275-D940A41F3D9A}"/>
          </ac:grpSpMkLst>
        </pc:grpChg>
        <pc:picChg chg="del">
          <ac:chgData name="SASIKUMAR DAMODARAN" userId="02cd8bdd-716f-4cd6-b6d8-2cbc6d30b9a9" providerId="ADAL" clId="{BA1034DF-ECC2-448A-B833-47845A7B3AEC}" dt="2026-05-05T21:52:00.960" v="127" actId="478"/>
          <ac:picMkLst>
            <pc:docMk/>
            <pc:sldMk cId="1656790889" sldId="257"/>
            <ac:picMk id="10" creationId="{FDFFE6F1-71D7-8D19-EAC3-8906A8845A70}"/>
          </ac:picMkLst>
        </pc:picChg>
        <pc:picChg chg="del mod topLvl">
          <ac:chgData name="SASIKUMAR DAMODARAN" userId="02cd8bdd-716f-4cd6-b6d8-2cbc6d30b9a9" providerId="ADAL" clId="{BA1034DF-ECC2-448A-B833-47845A7B3AEC}" dt="2026-05-05T21:51:13.046" v="90" actId="478"/>
          <ac:picMkLst>
            <pc:docMk/>
            <pc:sldMk cId="1656790889" sldId="257"/>
            <ac:picMk id="11" creationId="{59A6AC44-E9EB-DC5D-36D5-48624798D400}"/>
          </ac:picMkLst>
        </pc:picChg>
        <pc:picChg chg="del mod topLvl">
          <ac:chgData name="SASIKUMAR DAMODARAN" userId="02cd8bdd-716f-4cd6-b6d8-2cbc6d30b9a9" providerId="ADAL" clId="{BA1034DF-ECC2-448A-B833-47845A7B3AEC}" dt="2026-05-05T21:52:06.322" v="128" actId="478"/>
          <ac:picMkLst>
            <pc:docMk/>
            <pc:sldMk cId="1656790889" sldId="257"/>
            <ac:picMk id="12" creationId="{180E948F-1537-07DD-C4D4-DB82543768B0}"/>
          </ac:picMkLst>
        </pc:picChg>
        <pc:picChg chg="mod">
          <ac:chgData name="SASIKUMAR DAMODARAN" userId="02cd8bdd-716f-4cd6-b6d8-2cbc6d30b9a9" providerId="ADAL" clId="{BA1034DF-ECC2-448A-B833-47845A7B3AEC}" dt="2026-05-05T21:52:28.834" v="132" actId="1076"/>
          <ac:picMkLst>
            <pc:docMk/>
            <pc:sldMk cId="1656790889" sldId="257"/>
            <ac:picMk id="16" creationId="{92D6EB34-DF6D-E104-8A6B-030316970866}"/>
          </ac:picMkLst>
        </pc:picChg>
        <pc:picChg chg="mod">
          <ac:chgData name="SASIKUMAR DAMODARAN" userId="02cd8bdd-716f-4cd6-b6d8-2cbc6d30b9a9" providerId="ADAL" clId="{BA1034DF-ECC2-448A-B833-47845A7B3AEC}" dt="2026-05-05T21:52:28.834" v="132" actId="1076"/>
          <ac:picMkLst>
            <pc:docMk/>
            <pc:sldMk cId="1656790889" sldId="257"/>
            <ac:picMk id="18" creationId="{FD4596A3-917B-201E-C2A6-3B89EAA96936}"/>
          </ac:picMkLst>
        </pc:picChg>
        <pc:picChg chg="mod">
          <ac:chgData name="SASIKUMAR DAMODARAN" userId="02cd8bdd-716f-4cd6-b6d8-2cbc6d30b9a9" providerId="ADAL" clId="{BA1034DF-ECC2-448A-B833-47845A7B3AEC}" dt="2026-05-05T21:52:28.834" v="132" actId="1076"/>
          <ac:picMkLst>
            <pc:docMk/>
            <pc:sldMk cId="1656790889" sldId="257"/>
            <ac:picMk id="20" creationId="{4063DF3D-3C23-8275-9C80-3EA45EAE6994}"/>
          </ac:picMkLst>
        </pc:picChg>
        <pc:picChg chg="mod">
          <ac:chgData name="SASIKUMAR DAMODARAN" userId="02cd8bdd-716f-4cd6-b6d8-2cbc6d30b9a9" providerId="ADAL" clId="{BA1034DF-ECC2-448A-B833-47845A7B3AEC}" dt="2026-05-05T21:52:28.834" v="132" actId="1076"/>
          <ac:picMkLst>
            <pc:docMk/>
            <pc:sldMk cId="1656790889" sldId="257"/>
            <ac:picMk id="22" creationId="{03766F22-EE83-50C0-C315-A0326CB33470}"/>
          </ac:picMkLst>
        </pc:picChg>
        <pc:picChg chg="mod">
          <ac:chgData name="SASIKUMAR DAMODARAN" userId="02cd8bdd-716f-4cd6-b6d8-2cbc6d30b9a9" providerId="ADAL" clId="{BA1034DF-ECC2-448A-B833-47845A7B3AEC}" dt="2026-05-05T21:52:32.140" v="133" actId="1076"/>
          <ac:picMkLst>
            <pc:docMk/>
            <pc:sldMk cId="1656790889" sldId="257"/>
            <ac:picMk id="25" creationId="{639AE0BD-F943-02FC-9E3A-E0A1FF9AEECA}"/>
          </ac:picMkLst>
        </pc:picChg>
      </pc:sldChg>
      <pc:sldChg chg="addSp delSp modSp mod delAnim modNotesTx">
        <pc:chgData name="SASIKUMAR DAMODARAN" userId="02cd8bdd-716f-4cd6-b6d8-2cbc6d30b9a9" providerId="ADAL" clId="{BA1034DF-ECC2-448A-B833-47845A7B3AEC}" dt="2026-05-05T22:30:18.644" v="358" actId="6549"/>
        <pc:sldMkLst>
          <pc:docMk/>
          <pc:sldMk cId="2881404003" sldId="259"/>
        </pc:sldMkLst>
        <pc:spChg chg="add mod">
          <ac:chgData name="SASIKUMAR DAMODARAN" userId="02cd8bdd-716f-4cd6-b6d8-2cbc6d30b9a9" providerId="ADAL" clId="{BA1034DF-ECC2-448A-B833-47845A7B3AEC}" dt="2026-05-05T22:28:27.399" v="330" actId="2711"/>
          <ac:spMkLst>
            <pc:docMk/>
            <pc:sldMk cId="2881404003" sldId="259"/>
            <ac:spMk id="3" creationId="{0C756A25-2BFB-E1C8-8DF9-DA76B81E9237}"/>
          </ac:spMkLst>
        </pc:spChg>
        <pc:spChg chg="mod">
          <ac:chgData name="SASIKUMAR DAMODARAN" userId="02cd8bdd-716f-4cd6-b6d8-2cbc6d30b9a9" providerId="ADAL" clId="{BA1034DF-ECC2-448A-B833-47845A7B3AEC}" dt="2026-05-05T21:56:37.377" v="150" actId="122"/>
          <ac:spMkLst>
            <pc:docMk/>
            <pc:sldMk cId="2881404003" sldId="259"/>
            <ac:spMk id="4" creationId="{AC29E201-0702-048F-B947-AA7116113F7E}"/>
          </ac:spMkLst>
        </pc:spChg>
        <pc:spChg chg="mod">
          <ac:chgData name="SASIKUMAR DAMODARAN" userId="02cd8bdd-716f-4cd6-b6d8-2cbc6d30b9a9" providerId="ADAL" clId="{BA1034DF-ECC2-448A-B833-47845A7B3AEC}" dt="2026-05-05T22:30:13.145" v="356" actId="6549"/>
          <ac:spMkLst>
            <pc:docMk/>
            <pc:sldMk cId="2881404003" sldId="259"/>
            <ac:spMk id="8" creationId="{37352977-8616-0313-8386-EDAB0063F63C}"/>
          </ac:spMkLst>
        </pc:spChg>
        <pc:grpChg chg="del">
          <ac:chgData name="SASIKUMAR DAMODARAN" userId="02cd8bdd-716f-4cd6-b6d8-2cbc6d30b9a9" providerId="ADAL" clId="{BA1034DF-ECC2-448A-B833-47845A7B3AEC}" dt="2026-05-05T21:56:42.274" v="151" actId="478"/>
          <ac:grpSpMkLst>
            <pc:docMk/>
            <pc:sldMk cId="2881404003" sldId="259"/>
            <ac:grpSpMk id="13" creationId="{134A81F8-C556-1A8F-43BD-EFC02EF6DB37}"/>
          </ac:grpSpMkLst>
        </pc:grpChg>
        <pc:grpChg chg="del">
          <ac:chgData name="SASIKUMAR DAMODARAN" userId="02cd8bdd-716f-4cd6-b6d8-2cbc6d30b9a9" providerId="ADAL" clId="{BA1034DF-ECC2-448A-B833-47845A7B3AEC}" dt="2026-05-05T22:30:16.233" v="357" actId="478"/>
          <ac:grpSpMkLst>
            <pc:docMk/>
            <pc:sldMk cId="2881404003" sldId="259"/>
            <ac:grpSpMk id="29" creationId="{0D2F6472-3571-F49E-FE05-3D414933E757}"/>
          </ac:grpSpMkLst>
        </pc:grpChg>
        <pc:grpChg chg="del">
          <ac:chgData name="SASIKUMAR DAMODARAN" userId="02cd8bdd-716f-4cd6-b6d8-2cbc6d30b9a9" providerId="ADAL" clId="{BA1034DF-ECC2-448A-B833-47845A7B3AEC}" dt="2026-05-05T21:56:44.683" v="152" actId="478"/>
          <ac:grpSpMkLst>
            <pc:docMk/>
            <pc:sldMk cId="2881404003" sldId="259"/>
            <ac:grpSpMk id="35" creationId="{BBFAD4F2-1A31-68E0-265B-CFC5E25623D3}"/>
          </ac:grpSpMkLst>
        </pc:grpChg>
        <pc:picChg chg="del">
          <ac:chgData name="SASIKUMAR DAMODARAN" userId="02cd8bdd-716f-4cd6-b6d8-2cbc6d30b9a9" providerId="ADAL" clId="{BA1034DF-ECC2-448A-B833-47845A7B3AEC}" dt="2026-05-05T21:56:19.914" v="142" actId="478"/>
          <ac:picMkLst>
            <pc:docMk/>
            <pc:sldMk cId="2881404003" sldId="259"/>
            <ac:picMk id="10" creationId="{DACD3E8F-6DEA-3ABF-9934-2571D5584D79}"/>
          </ac:picMkLst>
        </pc:picChg>
        <pc:inkChg chg="del">
          <ac:chgData name="SASIKUMAR DAMODARAN" userId="02cd8bdd-716f-4cd6-b6d8-2cbc6d30b9a9" providerId="ADAL" clId="{BA1034DF-ECC2-448A-B833-47845A7B3AEC}" dt="2026-05-05T21:56:47.154" v="153" actId="478"/>
          <ac:inkMkLst>
            <pc:docMk/>
            <pc:sldMk cId="2881404003" sldId="259"/>
            <ac:inkMk id="36" creationId="{7AABB232-211E-586E-5D19-984D16287A85}"/>
          </ac:inkMkLst>
        </pc:inkChg>
        <pc:inkChg chg="del">
          <ac:chgData name="SASIKUMAR DAMODARAN" userId="02cd8bdd-716f-4cd6-b6d8-2cbc6d30b9a9" providerId="ADAL" clId="{BA1034DF-ECC2-448A-B833-47845A7B3AEC}" dt="2026-05-05T21:56:48.290" v="154" actId="478"/>
          <ac:inkMkLst>
            <pc:docMk/>
            <pc:sldMk cId="2881404003" sldId="259"/>
            <ac:inkMk id="37" creationId="{3A916351-78FA-05FC-25E9-758D3B59BC1B}"/>
          </ac:inkMkLst>
        </pc:inkChg>
        <pc:inkChg chg="del">
          <ac:chgData name="SASIKUMAR DAMODARAN" userId="02cd8bdd-716f-4cd6-b6d8-2cbc6d30b9a9" providerId="ADAL" clId="{BA1034DF-ECC2-448A-B833-47845A7B3AEC}" dt="2026-05-05T21:56:49.772" v="155" actId="478"/>
          <ac:inkMkLst>
            <pc:docMk/>
            <pc:sldMk cId="2881404003" sldId="259"/>
            <ac:inkMk id="38" creationId="{8B66ADC0-8194-B1F8-05CA-826299068BAF}"/>
          </ac:inkMkLst>
        </pc:inkChg>
        <pc:cxnChg chg="mod">
          <ac:chgData name="SASIKUMAR DAMODARAN" userId="02cd8bdd-716f-4cd6-b6d8-2cbc6d30b9a9" providerId="ADAL" clId="{BA1034DF-ECC2-448A-B833-47845A7B3AEC}" dt="2026-05-05T21:56:44.683" v="152" actId="478"/>
          <ac:cxnSpMkLst>
            <pc:docMk/>
            <pc:sldMk cId="2881404003" sldId="259"/>
            <ac:cxnSpMk id="21" creationId="{3FB757D8-98BB-8075-3972-0B19BB7B2C35}"/>
          </ac:cxnSpMkLst>
        </pc:cxnChg>
        <pc:cxnChg chg="mod">
          <ac:chgData name="SASIKUMAR DAMODARAN" userId="02cd8bdd-716f-4cd6-b6d8-2cbc6d30b9a9" providerId="ADAL" clId="{BA1034DF-ECC2-448A-B833-47845A7B3AEC}" dt="2026-05-05T21:56:44.683" v="152" actId="478"/>
          <ac:cxnSpMkLst>
            <pc:docMk/>
            <pc:sldMk cId="2881404003" sldId="259"/>
            <ac:cxnSpMk id="24" creationId="{D2029FD3-224B-15C5-2E35-A60E04D54C06}"/>
          </ac:cxnSpMkLst>
        </pc:cxnChg>
        <pc:cxnChg chg="mod">
          <ac:chgData name="SASIKUMAR DAMODARAN" userId="02cd8bdd-716f-4cd6-b6d8-2cbc6d30b9a9" providerId="ADAL" clId="{BA1034DF-ECC2-448A-B833-47845A7B3AEC}" dt="2026-05-05T21:56:44.683" v="152" actId="478"/>
          <ac:cxnSpMkLst>
            <pc:docMk/>
            <pc:sldMk cId="2881404003" sldId="259"/>
            <ac:cxnSpMk id="32" creationId="{2811A01C-AC8D-0737-346F-84EA74E35517}"/>
          </ac:cxnSpMkLst>
        </pc:cxnChg>
      </pc:sldChg>
      <pc:sldChg chg="delSp del mod">
        <pc:chgData name="SASIKUMAR DAMODARAN" userId="02cd8bdd-716f-4cd6-b6d8-2cbc6d30b9a9" providerId="ADAL" clId="{BA1034DF-ECC2-448A-B833-47845A7B3AEC}" dt="2026-05-05T22:10:07.935" v="214" actId="47"/>
        <pc:sldMkLst>
          <pc:docMk/>
          <pc:sldMk cId="2911473416" sldId="260"/>
        </pc:sldMkLst>
        <pc:picChg chg="del">
          <ac:chgData name="SASIKUMAR DAMODARAN" userId="02cd8bdd-716f-4cd6-b6d8-2cbc6d30b9a9" providerId="ADAL" clId="{BA1034DF-ECC2-448A-B833-47845A7B3AEC}" dt="2026-05-05T21:59:09.135" v="178" actId="478"/>
          <ac:picMkLst>
            <pc:docMk/>
            <pc:sldMk cId="2911473416" sldId="260"/>
            <ac:picMk id="10" creationId="{6AEF4C87-6A4A-8431-2F0F-02EF79ECE222}"/>
          </ac:picMkLst>
        </pc:picChg>
      </pc:sldChg>
      <pc:sldChg chg="del">
        <pc:chgData name="SASIKUMAR DAMODARAN" userId="02cd8bdd-716f-4cd6-b6d8-2cbc6d30b9a9" providerId="ADAL" clId="{BA1034DF-ECC2-448A-B833-47845A7B3AEC}" dt="2026-05-05T22:10:10.120" v="215" actId="47"/>
        <pc:sldMkLst>
          <pc:docMk/>
          <pc:sldMk cId="894995288" sldId="261"/>
        </pc:sldMkLst>
      </pc:sldChg>
      <pc:sldChg chg="del">
        <pc:chgData name="SASIKUMAR DAMODARAN" userId="02cd8bdd-716f-4cd6-b6d8-2cbc6d30b9a9" providerId="ADAL" clId="{BA1034DF-ECC2-448A-B833-47845A7B3AEC}" dt="2026-05-05T22:10:11.387" v="216" actId="47"/>
        <pc:sldMkLst>
          <pc:docMk/>
          <pc:sldMk cId="649278908" sldId="262"/>
        </pc:sldMkLst>
      </pc:sldChg>
      <pc:sldChg chg="del">
        <pc:chgData name="SASIKUMAR DAMODARAN" userId="02cd8bdd-716f-4cd6-b6d8-2cbc6d30b9a9" providerId="ADAL" clId="{BA1034DF-ECC2-448A-B833-47845A7B3AEC}" dt="2026-05-05T22:22:15.270" v="275" actId="47"/>
        <pc:sldMkLst>
          <pc:docMk/>
          <pc:sldMk cId="39774139" sldId="263"/>
        </pc:sldMkLst>
      </pc:sldChg>
      <pc:sldChg chg="del">
        <pc:chgData name="SASIKUMAR DAMODARAN" userId="02cd8bdd-716f-4cd6-b6d8-2cbc6d30b9a9" providerId="ADAL" clId="{BA1034DF-ECC2-448A-B833-47845A7B3AEC}" dt="2026-05-05T22:22:16.244" v="276" actId="47"/>
        <pc:sldMkLst>
          <pc:docMk/>
          <pc:sldMk cId="2270936254" sldId="264"/>
        </pc:sldMkLst>
      </pc:sldChg>
      <pc:sldChg chg="del">
        <pc:chgData name="SASIKUMAR DAMODARAN" userId="02cd8bdd-716f-4cd6-b6d8-2cbc6d30b9a9" providerId="ADAL" clId="{BA1034DF-ECC2-448A-B833-47845A7B3AEC}" dt="2026-05-05T22:10:13.051" v="217" actId="47"/>
        <pc:sldMkLst>
          <pc:docMk/>
          <pc:sldMk cId="1512585828" sldId="265"/>
        </pc:sldMkLst>
      </pc:sldChg>
      <pc:sldChg chg="del">
        <pc:chgData name="SASIKUMAR DAMODARAN" userId="02cd8bdd-716f-4cd6-b6d8-2cbc6d30b9a9" providerId="ADAL" clId="{BA1034DF-ECC2-448A-B833-47845A7B3AEC}" dt="2026-05-05T22:22:17.209" v="277" actId="47"/>
        <pc:sldMkLst>
          <pc:docMk/>
          <pc:sldMk cId="2170466162" sldId="266"/>
        </pc:sldMkLst>
      </pc:sldChg>
      <pc:sldChg chg="del">
        <pc:chgData name="SASIKUMAR DAMODARAN" userId="02cd8bdd-716f-4cd6-b6d8-2cbc6d30b9a9" providerId="ADAL" clId="{BA1034DF-ECC2-448A-B833-47845A7B3AEC}" dt="2026-05-05T22:22:18.380" v="278" actId="47"/>
        <pc:sldMkLst>
          <pc:docMk/>
          <pc:sldMk cId="817913251" sldId="267"/>
        </pc:sldMkLst>
      </pc:sldChg>
      <pc:sldChg chg="del">
        <pc:chgData name="SASIKUMAR DAMODARAN" userId="02cd8bdd-716f-4cd6-b6d8-2cbc6d30b9a9" providerId="ADAL" clId="{BA1034DF-ECC2-448A-B833-47845A7B3AEC}" dt="2026-05-05T22:22:20.645" v="279" actId="47"/>
        <pc:sldMkLst>
          <pc:docMk/>
          <pc:sldMk cId="3646339518" sldId="268"/>
        </pc:sldMkLst>
      </pc:sldChg>
      <pc:sldChg chg="del">
        <pc:chgData name="SASIKUMAR DAMODARAN" userId="02cd8bdd-716f-4cd6-b6d8-2cbc6d30b9a9" providerId="ADAL" clId="{BA1034DF-ECC2-448A-B833-47845A7B3AEC}" dt="2026-05-05T22:22:21.821" v="280" actId="47"/>
        <pc:sldMkLst>
          <pc:docMk/>
          <pc:sldMk cId="2552667938" sldId="269"/>
        </pc:sldMkLst>
      </pc:sldChg>
      <pc:sldChg chg="del">
        <pc:chgData name="SASIKUMAR DAMODARAN" userId="02cd8bdd-716f-4cd6-b6d8-2cbc6d30b9a9" providerId="ADAL" clId="{BA1034DF-ECC2-448A-B833-47845A7B3AEC}" dt="2026-05-05T22:22:23.146" v="282" actId="47"/>
        <pc:sldMkLst>
          <pc:docMk/>
          <pc:sldMk cId="3572994552" sldId="270"/>
        </pc:sldMkLst>
      </pc:sldChg>
      <pc:sldChg chg="del">
        <pc:chgData name="SASIKUMAR DAMODARAN" userId="02cd8bdd-716f-4cd6-b6d8-2cbc6d30b9a9" providerId="ADAL" clId="{BA1034DF-ECC2-448A-B833-47845A7B3AEC}" dt="2026-05-05T22:22:22.574" v="281" actId="47"/>
        <pc:sldMkLst>
          <pc:docMk/>
          <pc:sldMk cId="4028156300" sldId="271"/>
        </pc:sldMkLst>
      </pc:sldChg>
      <pc:sldChg chg="del">
        <pc:chgData name="SASIKUMAR DAMODARAN" userId="02cd8bdd-716f-4cd6-b6d8-2cbc6d30b9a9" providerId="ADAL" clId="{BA1034DF-ECC2-448A-B833-47845A7B3AEC}" dt="2026-05-05T22:22:25.093" v="283" actId="47"/>
        <pc:sldMkLst>
          <pc:docMk/>
          <pc:sldMk cId="177101378" sldId="272"/>
        </pc:sldMkLst>
      </pc:sldChg>
      <pc:sldChg chg="del">
        <pc:chgData name="SASIKUMAR DAMODARAN" userId="02cd8bdd-716f-4cd6-b6d8-2cbc6d30b9a9" providerId="ADAL" clId="{BA1034DF-ECC2-448A-B833-47845A7B3AEC}" dt="2026-05-05T22:22:26.088" v="284" actId="47"/>
        <pc:sldMkLst>
          <pc:docMk/>
          <pc:sldMk cId="1768757248" sldId="273"/>
        </pc:sldMkLst>
      </pc:sldChg>
      <pc:sldChg chg="del">
        <pc:chgData name="SASIKUMAR DAMODARAN" userId="02cd8bdd-716f-4cd6-b6d8-2cbc6d30b9a9" providerId="ADAL" clId="{BA1034DF-ECC2-448A-B833-47845A7B3AEC}" dt="2026-05-05T22:22:34.778" v="286" actId="47"/>
        <pc:sldMkLst>
          <pc:docMk/>
          <pc:sldMk cId="987810579" sldId="274"/>
        </pc:sldMkLst>
      </pc:sldChg>
      <pc:sldChg chg="del">
        <pc:chgData name="SASIKUMAR DAMODARAN" userId="02cd8bdd-716f-4cd6-b6d8-2cbc6d30b9a9" providerId="ADAL" clId="{BA1034DF-ECC2-448A-B833-47845A7B3AEC}" dt="2026-05-05T22:22:28.267" v="285" actId="47"/>
        <pc:sldMkLst>
          <pc:docMk/>
          <pc:sldMk cId="1418653966" sldId="275"/>
        </pc:sldMkLst>
      </pc:sldChg>
      <pc:sldChg chg="del">
        <pc:chgData name="SASIKUMAR DAMODARAN" userId="02cd8bdd-716f-4cd6-b6d8-2cbc6d30b9a9" providerId="ADAL" clId="{BA1034DF-ECC2-448A-B833-47845A7B3AEC}" dt="2026-05-05T22:22:36.663" v="287" actId="47"/>
        <pc:sldMkLst>
          <pc:docMk/>
          <pc:sldMk cId="985554369" sldId="277"/>
        </pc:sldMkLst>
      </pc:sldChg>
      <pc:sldChg chg="addSp delSp modSp mod chgLayout modNotesTx">
        <pc:chgData name="SASIKUMAR DAMODARAN" userId="02cd8bdd-716f-4cd6-b6d8-2cbc6d30b9a9" providerId="ADAL" clId="{BA1034DF-ECC2-448A-B833-47845A7B3AEC}" dt="2026-05-05T22:29:47.947" v="348" actId="6549"/>
        <pc:sldMkLst>
          <pc:docMk/>
          <pc:sldMk cId="3562505952" sldId="278"/>
        </pc:sldMkLst>
        <pc:spChg chg="mod ord">
          <ac:chgData name="SASIKUMAR DAMODARAN" userId="02cd8bdd-716f-4cd6-b6d8-2cbc6d30b9a9" providerId="ADAL" clId="{BA1034DF-ECC2-448A-B833-47845A7B3AEC}" dt="2026-05-05T22:26:43.361" v="311" actId="27636"/>
          <ac:spMkLst>
            <pc:docMk/>
            <pc:sldMk cId="3562505952" sldId="278"/>
            <ac:spMk id="3" creationId="{FAA33D5C-7D0C-11C1-F5C3-B007BA726878}"/>
          </ac:spMkLst>
        </pc:spChg>
        <pc:spChg chg="add mod ord">
          <ac:chgData name="SASIKUMAR DAMODARAN" userId="02cd8bdd-716f-4cd6-b6d8-2cbc6d30b9a9" providerId="ADAL" clId="{BA1034DF-ECC2-448A-B833-47845A7B3AEC}" dt="2026-05-05T22:29:36.884" v="346" actId="20577"/>
          <ac:spMkLst>
            <pc:docMk/>
            <pc:sldMk cId="3562505952" sldId="278"/>
            <ac:spMk id="4" creationId="{FE8B3597-6CAA-31FA-2BC9-D2C64E66B658}"/>
          </ac:spMkLst>
        </pc:spChg>
        <pc:spChg chg="mod">
          <ac:chgData name="SASIKUMAR DAMODARAN" userId="02cd8bdd-716f-4cd6-b6d8-2cbc6d30b9a9" providerId="ADAL" clId="{BA1034DF-ECC2-448A-B833-47845A7B3AEC}" dt="2026-05-05T22:29:43.990" v="347" actId="6549"/>
          <ac:spMkLst>
            <pc:docMk/>
            <pc:sldMk cId="3562505952" sldId="278"/>
            <ac:spMk id="11" creationId="{23F8A1F5-A3E3-2194-F13E-2A47B74E7D63}"/>
          </ac:spMkLst>
        </pc:spChg>
        <pc:spChg chg="del">
          <ac:chgData name="SASIKUMAR DAMODARAN" userId="02cd8bdd-716f-4cd6-b6d8-2cbc6d30b9a9" providerId="ADAL" clId="{BA1034DF-ECC2-448A-B833-47845A7B3AEC}" dt="2026-05-05T22:23:04.112" v="294" actId="478"/>
          <ac:spMkLst>
            <pc:docMk/>
            <pc:sldMk cId="3562505952" sldId="278"/>
            <ac:spMk id="34" creationId="{DD29D8CF-4978-2F83-EFFC-9FF087D430A0}"/>
          </ac:spMkLst>
        </pc:spChg>
        <pc:spChg chg="del mod">
          <ac:chgData name="SASIKUMAR DAMODARAN" userId="02cd8bdd-716f-4cd6-b6d8-2cbc6d30b9a9" providerId="ADAL" clId="{BA1034DF-ECC2-448A-B833-47845A7B3AEC}" dt="2026-05-05T22:23:11.023" v="296" actId="478"/>
          <ac:spMkLst>
            <pc:docMk/>
            <pc:sldMk cId="3562505952" sldId="278"/>
            <ac:spMk id="35" creationId="{7616DB8E-DAE4-0489-6EA4-BBFF2427E1C0}"/>
          </ac:spMkLst>
        </pc:spChg>
        <pc:spChg chg="del mod">
          <ac:chgData name="SASIKUMAR DAMODARAN" userId="02cd8bdd-716f-4cd6-b6d8-2cbc6d30b9a9" providerId="ADAL" clId="{BA1034DF-ECC2-448A-B833-47845A7B3AEC}" dt="2026-05-05T22:23:20.079" v="298" actId="478"/>
          <ac:spMkLst>
            <pc:docMk/>
            <pc:sldMk cId="3562505952" sldId="278"/>
            <ac:spMk id="36" creationId="{CE6F3C01-AF4C-3151-3A16-960AFC385F3B}"/>
          </ac:spMkLst>
        </pc:spChg>
        <pc:spChg chg="del">
          <ac:chgData name="SASIKUMAR DAMODARAN" userId="02cd8bdd-716f-4cd6-b6d8-2cbc6d30b9a9" providerId="ADAL" clId="{BA1034DF-ECC2-448A-B833-47845A7B3AEC}" dt="2026-05-05T22:23:24.880" v="299" actId="478"/>
          <ac:spMkLst>
            <pc:docMk/>
            <pc:sldMk cId="3562505952" sldId="278"/>
            <ac:spMk id="37" creationId="{47F55B9D-02AE-30E8-C229-BF6C5B11E0CA}"/>
          </ac:spMkLst>
        </pc:spChg>
        <pc:spChg chg="del">
          <ac:chgData name="SASIKUMAR DAMODARAN" userId="02cd8bdd-716f-4cd6-b6d8-2cbc6d30b9a9" providerId="ADAL" clId="{BA1034DF-ECC2-448A-B833-47845A7B3AEC}" dt="2026-05-05T22:23:27.820" v="300" actId="478"/>
          <ac:spMkLst>
            <pc:docMk/>
            <pc:sldMk cId="3562505952" sldId="278"/>
            <ac:spMk id="38" creationId="{BBF20BC9-6151-8C12-D162-EA50DF86D4F9}"/>
          </ac:spMkLst>
        </pc:spChg>
        <pc:grpChg chg="del">
          <ac:chgData name="SASIKUMAR DAMODARAN" userId="02cd8bdd-716f-4cd6-b6d8-2cbc6d30b9a9" providerId="ADAL" clId="{BA1034DF-ECC2-448A-B833-47845A7B3AEC}" dt="2026-05-05T22:22:57.218" v="292" actId="478"/>
          <ac:grpSpMkLst>
            <pc:docMk/>
            <pc:sldMk cId="3562505952" sldId="278"/>
            <ac:grpSpMk id="19" creationId="{9C31E478-10E6-6DD4-1F24-F8A629D352CB}"/>
          </ac:grpSpMkLst>
        </pc:grpChg>
        <pc:grpChg chg="del">
          <ac:chgData name="SASIKUMAR DAMODARAN" userId="02cd8bdd-716f-4cd6-b6d8-2cbc6d30b9a9" providerId="ADAL" clId="{BA1034DF-ECC2-448A-B833-47845A7B3AEC}" dt="2026-05-05T22:22:56.472" v="291" actId="478"/>
          <ac:grpSpMkLst>
            <pc:docMk/>
            <pc:sldMk cId="3562505952" sldId="278"/>
            <ac:grpSpMk id="32" creationId="{0A428A90-4D85-D559-1734-80849DFB1253}"/>
          </ac:grpSpMkLst>
        </pc:grpChg>
        <pc:picChg chg="del">
          <ac:chgData name="SASIKUMAR DAMODARAN" userId="02cd8bdd-716f-4cd6-b6d8-2cbc6d30b9a9" providerId="ADAL" clId="{BA1034DF-ECC2-448A-B833-47845A7B3AEC}" dt="2026-05-05T22:22:55.108" v="289" actId="478"/>
          <ac:picMkLst>
            <pc:docMk/>
            <pc:sldMk cId="3562505952" sldId="278"/>
            <ac:picMk id="5" creationId="{077D7CBA-31B2-C140-90E7-1E2C910CD2CD}"/>
          </ac:picMkLst>
        </pc:picChg>
        <pc:picChg chg="del">
          <ac:chgData name="SASIKUMAR DAMODARAN" userId="02cd8bdd-716f-4cd6-b6d8-2cbc6d30b9a9" providerId="ADAL" clId="{BA1034DF-ECC2-448A-B833-47845A7B3AEC}" dt="2026-05-05T22:22:55.868" v="290" actId="478"/>
          <ac:picMkLst>
            <pc:docMk/>
            <pc:sldMk cId="3562505952" sldId="278"/>
            <ac:picMk id="12" creationId="{607A8C39-896B-CCCC-8228-145B50C14D67}"/>
          </ac:picMkLst>
        </pc:picChg>
        <pc:picChg chg="del">
          <ac:chgData name="SASIKUMAR DAMODARAN" userId="02cd8bdd-716f-4cd6-b6d8-2cbc6d30b9a9" providerId="ADAL" clId="{BA1034DF-ECC2-448A-B833-47845A7B3AEC}" dt="2026-05-05T22:22:57.934" v="293" actId="478"/>
          <ac:picMkLst>
            <pc:docMk/>
            <pc:sldMk cId="3562505952" sldId="278"/>
            <ac:picMk id="40" creationId="{791A594D-52FB-4681-C7AF-D65388FBF17A}"/>
          </ac:picMkLst>
        </pc:picChg>
      </pc:sldChg>
      <pc:sldChg chg="delSp modSp add mod modNotesTx">
        <pc:chgData name="SASIKUMAR DAMODARAN" userId="02cd8bdd-716f-4cd6-b6d8-2cbc6d30b9a9" providerId="ADAL" clId="{BA1034DF-ECC2-448A-B833-47845A7B3AEC}" dt="2026-05-05T22:30:09.873" v="355" actId="6549"/>
        <pc:sldMkLst>
          <pc:docMk/>
          <pc:sldMk cId="2989074056" sldId="279"/>
        </pc:sldMkLst>
        <pc:spChg chg="mod">
          <ac:chgData name="SASIKUMAR DAMODARAN" userId="02cd8bdd-716f-4cd6-b6d8-2cbc6d30b9a9" providerId="ADAL" clId="{BA1034DF-ECC2-448A-B833-47845A7B3AEC}" dt="2026-05-05T22:28:41.365" v="331" actId="2711"/>
          <ac:spMkLst>
            <pc:docMk/>
            <pc:sldMk cId="2989074056" sldId="279"/>
            <ac:spMk id="3" creationId="{8F224964-4F3D-D8C7-DE75-43F29051397F}"/>
          </ac:spMkLst>
        </pc:spChg>
        <pc:spChg chg="mod">
          <ac:chgData name="SASIKUMAR DAMODARAN" userId="02cd8bdd-716f-4cd6-b6d8-2cbc6d30b9a9" providerId="ADAL" clId="{BA1034DF-ECC2-448A-B833-47845A7B3AEC}" dt="2026-05-05T22:00:58.371" v="193" actId="122"/>
          <ac:spMkLst>
            <pc:docMk/>
            <pc:sldMk cId="2989074056" sldId="279"/>
            <ac:spMk id="4" creationId="{26E76B26-3658-F33F-1B7F-A7DE00145BDD}"/>
          </ac:spMkLst>
        </pc:spChg>
        <pc:spChg chg="del mod topLvl">
          <ac:chgData name="SASIKUMAR DAMODARAN" userId="02cd8bdd-716f-4cd6-b6d8-2cbc6d30b9a9" providerId="ADAL" clId="{BA1034DF-ECC2-448A-B833-47845A7B3AEC}" dt="2026-05-05T22:30:07.538" v="354" actId="478"/>
          <ac:spMkLst>
            <pc:docMk/>
            <pc:sldMk cId="2989074056" sldId="279"/>
            <ac:spMk id="8" creationId="{DEC58A58-6AFD-94A5-BB6B-C481C59F16C7}"/>
          </ac:spMkLst>
        </pc:spChg>
        <pc:grpChg chg="del">
          <ac:chgData name="SASIKUMAR DAMODARAN" userId="02cd8bdd-716f-4cd6-b6d8-2cbc6d30b9a9" providerId="ADAL" clId="{BA1034DF-ECC2-448A-B833-47845A7B3AEC}" dt="2026-05-05T22:30:03.200" v="352" actId="478"/>
          <ac:grpSpMkLst>
            <pc:docMk/>
            <pc:sldMk cId="2989074056" sldId="279"/>
            <ac:grpSpMk id="29" creationId="{7BFD28E0-7110-0760-4715-7059FAE9B2F6}"/>
          </ac:grpSpMkLst>
        </pc:grpChg>
        <pc:picChg chg="del topLvl">
          <ac:chgData name="SASIKUMAR DAMODARAN" userId="02cd8bdd-716f-4cd6-b6d8-2cbc6d30b9a9" providerId="ADAL" clId="{BA1034DF-ECC2-448A-B833-47845A7B3AEC}" dt="2026-05-05T22:30:03.200" v="352" actId="478"/>
          <ac:picMkLst>
            <pc:docMk/>
            <pc:sldMk cId="2989074056" sldId="279"/>
            <ac:picMk id="25" creationId="{C9C5C53E-33C1-862B-D615-C99B62809684}"/>
          </ac:picMkLst>
        </pc:picChg>
      </pc:sldChg>
      <pc:sldChg chg="add del">
        <pc:chgData name="SASIKUMAR DAMODARAN" userId="02cd8bdd-716f-4cd6-b6d8-2cbc6d30b9a9" providerId="ADAL" clId="{BA1034DF-ECC2-448A-B833-47845A7B3AEC}" dt="2026-05-05T22:28:58.594" v="332" actId="47"/>
        <pc:sldMkLst>
          <pc:docMk/>
          <pc:sldMk cId="1011741730" sldId="280"/>
        </pc:sldMkLst>
      </pc:sldChg>
      <pc:sldChg chg="delSp modSp add mod modNotesTx">
        <pc:chgData name="SASIKUMAR DAMODARAN" userId="02cd8bdd-716f-4cd6-b6d8-2cbc6d30b9a9" providerId="ADAL" clId="{BA1034DF-ECC2-448A-B833-47845A7B3AEC}" dt="2026-05-05T22:29:57.261" v="350" actId="478"/>
        <pc:sldMkLst>
          <pc:docMk/>
          <pc:sldMk cId="136271202" sldId="281"/>
        </pc:sldMkLst>
        <pc:spChg chg="mod">
          <ac:chgData name="SASIKUMAR DAMODARAN" userId="02cd8bdd-716f-4cd6-b6d8-2cbc6d30b9a9" providerId="ADAL" clId="{BA1034DF-ECC2-448A-B833-47845A7B3AEC}" dt="2026-05-05T22:29:13.643" v="333" actId="2711"/>
          <ac:spMkLst>
            <pc:docMk/>
            <pc:sldMk cId="136271202" sldId="281"/>
            <ac:spMk id="3" creationId="{0CB967C7-08A0-AFB7-1428-11AC4EB1D08B}"/>
          </ac:spMkLst>
        </pc:spChg>
        <pc:spChg chg="mod">
          <ac:chgData name="SASIKUMAR DAMODARAN" userId="02cd8bdd-716f-4cd6-b6d8-2cbc6d30b9a9" providerId="ADAL" clId="{BA1034DF-ECC2-448A-B833-47845A7B3AEC}" dt="2026-05-05T22:17:32.820" v="221"/>
          <ac:spMkLst>
            <pc:docMk/>
            <pc:sldMk cId="136271202" sldId="281"/>
            <ac:spMk id="4" creationId="{64C74629-615E-2945-013E-8F3B540866A2}"/>
          </ac:spMkLst>
        </pc:spChg>
        <pc:grpChg chg="del">
          <ac:chgData name="SASIKUMAR DAMODARAN" userId="02cd8bdd-716f-4cd6-b6d8-2cbc6d30b9a9" providerId="ADAL" clId="{BA1034DF-ECC2-448A-B833-47845A7B3AEC}" dt="2026-05-05T22:29:57.261" v="350" actId="478"/>
          <ac:grpSpMkLst>
            <pc:docMk/>
            <pc:sldMk cId="136271202" sldId="281"/>
            <ac:grpSpMk id="29" creationId="{87C1CAFA-AB59-FAA2-9071-4A839B7813BF}"/>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638310-7DC1-49D5-8897-C49CC22BD016}" type="datetimeFigureOut">
              <a:rPr lang="en-US" smtClean="0"/>
              <a:t>5/5/2026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A42DBC-8BDD-4E76-9614-6F6C83232E61}" type="slidenum">
              <a:rPr lang="en-US" smtClean="0"/>
              <a:t>‹#›</a:t>
            </a:fld>
            <a:endParaRPr lang="en-US"/>
          </a:p>
        </p:txBody>
      </p:sp>
    </p:spTree>
    <p:extLst>
      <p:ext uri="{BB962C8B-B14F-4D97-AF65-F5344CB8AC3E}">
        <p14:creationId xmlns:p14="http://schemas.microsoft.com/office/powerpoint/2010/main" val="3131672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https://uslaborstatisticsdashboardsasi-d7gmw7qxupihjmcfywjsj2.streamlit.app/</a:t>
            </a:r>
          </a:p>
          <a:p>
            <a:endParaRPr lang="en-US" dirty="0"/>
          </a:p>
        </p:txBody>
      </p:sp>
      <p:sp>
        <p:nvSpPr>
          <p:cNvPr id="4" name="Slide Number Placeholder 3"/>
          <p:cNvSpPr>
            <a:spLocks noGrp="1"/>
          </p:cNvSpPr>
          <p:nvPr>
            <p:ph type="sldNum" sz="quarter" idx="5"/>
          </p:nvPr>
        </p:nvSpPr>
        <p:spPr/>
        <p:txBody>
          <a:bodyPr/>
          <a:lstStyle/>
          <a:p>
            <a:fld id="{11A42DBC-8BDD-4E76-9614-6F6C83232E61}" type="slidenum">
              <a:rPr lang="en-US" smtClean="0"/>
              <a:t>1</a:t>
            </a:fld>
            <a:endParaRPr lang="en-US"/>
          </a:p>
        </p:txBody>
      </p:sp>
    </p:spTree>
    <p:extLst>
      <p:ext uri="{BB962C8B-B14F-4D97-AF65-F5344CB8AC3E}">
        <p14:creationId xmlns:p14="http://schemas.microsoft.com/office/powerpoint/2010/main" val="2151930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A42DBC-8BDD-4E76-9614-6F6C83232E61}" type="slidenum">
              <a:rPr lang="en-US" smtClean="0"/>
              <a:t>2</a:t>
            </a:fld>
            <a:endParaRPr lang="en-US"/>
          </a:p>
        </p:txBody>
      </p:sp>
    </p:spTree>
    <p:extLst>
      <p:ext uri="{BB962C8B-B14F-4D97-AF65-F5344CB8AC3E}">
        <p14:creationId xmlns:p14="http://schemas.microsoft.com/office/powerpoint/2010/main" val="10718721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AD36E-1C77-6DEC-43DF-B8A03BBE89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3C18E3-FE25-DE1A-7632-E0B3BF298E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2FC876-B1DE-4CD3-B148-0A07E12072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CA77BE-A225-E166-F4AC-99391523A9B3}"/>
              </a:ext>
            </a:extLst>
          </p:cNvPr>
          <p:cNvSpPr>
            <a:spLocks noGrp="1"/>
          </p:cNvSpPr>
          <p:nvPr>
            <p:ph type="sldNum" sz="quarter" idx="5"/>
          </p:nvPr>
        </p:nvSpPr>
        <p:spPr/>
        <p:txBody>
          <a:bodyPr/>
          <a:lstStyle/>
          <a:p>
            <a:fld id="{11A42DBC-8BDD-4E76-9614-6F6C83232E61}" type="slidenum">
              <a:rPr lang="en-US" smtClean="0"/>
              <a:t>3</a:t>
            </a:fld>
            <a:endParaRPr lang="en-US"/>
          </a:p>
        </p:txBody>
      </p:sp>
    </p:spTree>
    <p:extLst>
      <p:ext uri="{BB962C8B-B14F-4D97-AF65-F5344CB8AC3E}">
        <p14:creationId xmlns:p14="http://schemas.microsoft.com/office/powerpoint/2010/main" val="41956760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020D3-15FD-75F5-49BB-A40F9F5B50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1F7847-7E01-2D7E-69E2-73D1E8AB5E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1ACD91-915C-5228-FDCF-A5EFA6DBF5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43C7F3-3816-098B-8CEC-C68E12844D5E}"/>
              </a:ext>
            </a:extLst>
          </p:cNvPr>
          <p:cNvSpPr>
            <a:spLocks noGrp="1"/>
          </p:cNvSpPr>
          <p:nvPr>
            <p:ph type="sldNum" sz="quarter" idx="5"/>
          </p:nvPr>
        </p:nvSpPr>
        <p:spPr/>
        <p:txBody>
          <a:bodyPr/>
          <a:lstStyle/>
          <a:p>
            <a:fld id="{11A42DBC-8BDD-4E76-9614-6F6C83232E61}" type="slidenum">
              <a:rPr lang="en-US" smtClean="0"/>
              <a:t>4</a:t>
            </a:fld>
            <a:endParaRPr lang="en-US"/>
          </a:p>
        </p:txBody>
      </p:sp>
    </p:spTree>
    <p:extLst>
      <p:ext uri="{BB962C8B-B14F-4D97-AF65-F5344CB8AC3E}">
        <p14:creationId xmlns:p14="http://schemas.microsoft.com/office/powerpoint/2010/main" val="26906238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D045B-4460-46C5-D42B-A871356A6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A56D4D-7D65-D946-97EC-7D84E7449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28F97A-7D0A-47D8-660D-F6A2B788F9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B6BF4C-64C2-EB8F-097B-DBD1C830AC8C}"/>
              </a:ext>
            </a:extLst>
          </p:cNvPr>
          <p:cNvSpPr>
            <a:spLocks noGrp="1"/>
          </p:cNvSpPr>
          <p:nvPr>
            <p:ph type="sldNum" sz="quarter" idx="5"/>
          </p:nvPr>
        </p:nvSpPr>
        <p:spPr/>
        <p:txBody>
          <a:bodyPr/>
          <a:lstStyle/>
          <a:p>
            <a:fld id="{11A42DBC-8BDD-4E76-9614-6F6C83232E61}" type="slidenum">
              <a:rPr lang="en-US" smtClean="0"/>
              <a:t>5</a:t>
            </a:fld>
            <a:endParaRPr lang="en-US"/>
          </a:p>
        </p:txBody>
      </p:sp>
    </p:spTree>
    <p:extLst>
      <p:ext uri="{BB962C8B-B14F-4D97-AF65-F5344CB8AC3E}">
        <p14:creationId xmlns:p14="http://schemas.microsoft.com/office/powerpoint/2010/main" val="37756348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EC584-FF86-823F-6BE8-2DBC2ADD88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6F8EB1-5BCB-07BD-5028-4E4B00B4AD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54C792-3C25-DABA-7928-FF21AC2938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7CC370-4769-603A-1EE1-749362A7F4C8}"/>
              </a:ext>
            </a:extLst>
          </p:cNvPr>
          <p:cNvSpPr>
            <a:spLocks noGrp="1"/>
          </p:cNvSpPr>
          <p:nvPr>
            <p:ph type="sldNum" sz="quarter" idx="5"/>
          </p:nvPr>
        </p:nvSpPr>
        <p:spPr/>
        <p:txBody>
          <a:bodyPr/>
          <a:lstStyle/>
          <a:p>
            <a:fld id="{11A42DBC-8BDD-4E76-9614-6F6C83232E61}" type="slidenum">
              <a:rPr lang="en-US" smtClean="0"/>
              <a:t>6</a:t>
            </a:fld>
            <a:endParaRPr lang="en-US"/>
          </a:p>
        </p:txBody>
      </p:sp>
    </p:spTree>
    <p:extLst>
      <p:ext uri="{BB962C8B-B14F-4D97-AF65-F5344CB8AC3E}">
        <p14:creationId xmlns:p14="http://schemas.microsoft.com/office/powerpoint/2010/main" val="4241319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5/5/2026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87896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5/5/2026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74494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5/5/2026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16278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5/5/2026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52777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5/5/2026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586248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5/5/2026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26794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5/5/2026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576501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5/5/2026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4734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5/5/2026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489668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5/5/2026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7454705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5/5/2026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67211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5/5/2026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629489"/>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54" r:id="rId6"/>
    <p:sldLayoutId id="2147483750" r:id="rId7"/>
    <p:sldLayoutId id="2147483751" r:id="rId8"/>
    <p:sldLayoutId id="2147483752" r:id="rId9"/>
    <p:sldLayoutId id="2147483753" r:id="rId10"/>
    <p:sldLayoutId id="2147483755"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7.svg"/><Relationship Id="rId7"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svg"/><Relationship Id="rId5" Type="http://schemas.openxmlformats.org/officeDocument/2006/relationships/image" Target="../media/image2.svg"/><Relationship Id="rId4" Type="http://schemas.openxmlformats.org/officeDocument/2006/relationships/image" Target="../media/image8.sv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7.svg"/><Relationship Id="rId7" Type="http://schemas.openxmlformats.org/officeDocument/2006/relationships/image" Target="../media/image4.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svg"/><Relationship Id="rId5" Type="http://schemas.openxmlformats.org/officeDocument/2006/relationships/image" Target="../media/image2.svg"/><Relationship Id="rId4" Type="http://schemas.openxmlformats.org/officeDocument/2006/relationships/image" Target="../media/image8.sv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7.svg"/><Relationship Id="rId7" Type="http://schemas.openxmlformats.org/officeDocument/2006/relationships/image" Target="../media/image4.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svg"/><Relationship Id="rId5" Type="http://schemas.openxmlformats.org/officeDocument/2006/relationships/image" Target="../media/image2.svg"/><Relationship Id="rId4" Type="http://schemas.openxmlformats.org/officeDocument/2006/relationships/image" Target="../media/image8.sv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935DD6-5A94-6C73-8C8F-D96F780FCF43}"/>
              </a:ext>
            </a:extLst>
          </p:cNvPr>
          <p:cNvSpPr>
            <a:spLocks noGrp="1"/>
          </p:cNvSpPr>
          <p:nvPr>
            <p:ph type="ctrTitle"/>
          </p:nvPr>
        </p:nvSpPr>
        <p:spPr>
          <a:xfrm>
            <a:off x="7123095" y="1214690"/>
            <a:ext cx="4572000" cy="3269436"/>
          </a:xfrm>
        </p:spPr>
        <p:txBody>
          <a:bodyPr>
            <a:normAutofit/>
          </a:bodyPr>
          <a:lstStyle/>
          <a:p>
            <a:r>
              <a:rPr lang="en-US" dirty="0">
                <a:ea typeface="+mj-lt"/>
                <a:cs typeface="+mj-lt"/>
              </a:rPr>
              <a:t>US labor statistics analysis</a:t>
            </a:r>
          </a:p>
        </p:txBody>
      </p:sp>
      <p:sp>
        <p:nvSpPr>
          <p:cNvPr id="3" name="Subtitle 2">
            <a:extLst>
              <a:ext uri="{FF2B5EF4-FFF2-40B4-BE49-F238E27FC236}">
                <a16:creationId xmlns:a16="http://schemas.microsoft.com/office/drawing/2014/main" id="{59AC9DD3-1B3D-7E64-5FBE-BEDAA4A89703}"/>
              </a:ext>
            </a:extLst>
          </p:cNvPr>
          <p:cNvSpPr>
            <a:spLocks noGrp="1"/>
          </p:cNvSpPr>
          <p:nvPr>
            <p:ph type="subTitle" idx="1"/>
          </p:nvPr>
        </p:nvSpPr>
        <p:spPr>
          <a:xfrm>
            <a:off x="5723776" y="4738112"/>
            <a:ext cx="5322013" cy="1005657"/>
          </a:xfrm>
        </p:spPr>
        <p:txBody>
          <a:bodyPr>
            <a:normAutofit/>
          </a:bodyPr>
          <a:lstStyle/>
          <a:p>
            <a:r>
              <a:rPr lang="en-US" dirty="0"/>
              <a:t>Sasikumar Damodaran</a:t>
            </a:r>
          </a:p>
        </p:txBody>
      </p:sp>
      <p:cxnSp>
        <p:nvCxnSpPr>
          <p:cNvPr id="23" name="Straight Connector 22">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723900"/>
            <a:ext cx="5706224"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CF06E40-3ECB-4820-95B5-8A70B07D4B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6134100"/>
            <a:ext cx="56681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ubtitle 2">
            <a:extLst>
              <a:ext uri="{FF2B5EF4-FFF2-40B4-BE49-F238E27FC236}">
                <a16:creationId xmlns:a16="http://schemas.microsoft.com/office/drawing/2014/main" id="{61319A55-CBF6-DAA6-DD75-D0530D783A79}"/>
              </a:ext>
            </a:extLst>
          </p:cNvPr>
          <p:cNvSpPr txBox="1">
            <a:spLocks/>
          </p:cNvSpPr>
          <p:nvPr/>
        </p:nvSpPr>
        <p:spPr>
          <a:xfrm>
            <a:off x="5698733" y="5168234"/>
            <a:ext cx="5322013" cy="1005657"/>
          </a:xfrm>
          <a:prstGeom prst="rect">
            <a:avLst/>
          </a:prstGeom>
        </p:spPr>
        <p:txBody>
          <a:bodyPr vert="horz" lIns="91440" tIns="45720" rIns="91440" bIns="45720" rtlCol="0" anchor="b">
            <a:normAutofit/>
          </a:bodyPr>
          <a:lst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University of Nebraska, Omaha</a:t>
            </a:r>
          </a:p>
        </p:txBody>
      </p:sp>
      <p:pic>
        <p:nvPicPr>
          <p:cNvPr id="7" name="Picture 6">
            <a:extLst>
              <a:ext uri="{FF2B5EF4-FFF2-40B4-BE49-F238E27FC236}">
                <a16:creationId xmlns:a16="http://schemas.microsoft.com/office/drawing/2014/main" id="{6D93FAE0-479A-084B-B91C-B4E86117FBB1}"/>
              </a:ext>
            </a:extLst>
          </p:cNvPr>
          <p:cNvPicPr>
            <a:picLocks noChangeAspect="1"/>
          </p:cNvPicPr>
          <p:nvPr/>
        </p:nvPicPr>
        <p:blipFill>
          <a:blip r:embed="rId3"/>
          <a:stretch>
            <a:fillRect/>
          </a:stretch>
        </p:blipFill>
        <p:spPr>
          <a:xfrm>
            <a:off x="0" y="795649"/>
            <a:ext cx="6819900" cy="4372585"/>
          </a:xfrm>
          <a:prstGeom prst="rect">
            <a:avLst/>
          </a:prstGeom>
        </p:spPr>
      </p:pic>
    </p:spTree>
    <p:extLst>
      <p:ext uri="{BB962C8B-B14F-4D97-AF65-F5344CB8AC3E}">
        <p14:creationId xmlns:p14="http://schemas.microsoft.com/office/powerpoint/2010/main" val="1320958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9BA9A-AD03-50CD-21FC-28A276ADE4CF}"/>
              </a:ext>
            </a:extLst>
          </p:cNvPr>
          <p:cNvSpPr>
            <a:spLocks noGrp="1"/>
          </p:cNvSpPr>
          <p:nvPr>
            <p:ph type="title"/>
          </p:nvPr>
        </p:nvSpPr>
        <p:spPr/>
        <p:txBody>
          <a:bodyPr/>
          <a:lstStyle/>
          <a:p>
            <a:r>
              <a:rPr lang="en-US"/>
              <a:t>Research Questions</a:t>
            </a:r>
          </a:p>
        </p:txBody>
      </p:sp>
      <p:sp>
        <p:nvSpPr>
          <p:cNvPr id="4" name="Rectangle 1">
            <a:extLst>
              <a:ext uri="{FF2B5EF4-FFF2-40B4-BE49-F238E27FC236}">
                <a16:creationId xmlns:a16="http://schemas.microsoft.com/office/drawing/2014/main" id="{939D7ABC-F1A0-A041-E066-E8547B40AAB2}"/>
              </a:ext>
            </a:extLst>
          </p:cNvPr>
          <p:cNvSpPr>
            <a:spLocks noGrp="1" noChangeArrowheads="1"/>
          </p:cNvSpPr>
          <p:nvPr>
            <p:ph idx="1"/>
          </p:nvPr>
        </p:nvSpPr>
        <p:spPr bwMode="auto">
          <a:xfrm>
            <a:off x="387979" y="1782536"/>
            <a:ext cx="3800475" cy="471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indent="0" algn="ctr">
              <a:buNone/>
            </a:pPr>
            <a:r>
              <a:rPr lang="en-US" sz="2400" b="1" dirty="0">
                <a:latin typeface="Univers Light" panose="020F0502020204030204" pitchFamily="34" charset="0"/>
              </a:rPr>
              <a:t>Labor</a:t>
            </a:r>
            <a:r>
              <a:rPr lang="en-US" b="1" dirty="0"/>
              <a:t> </a:t>
            </a:r>
            <a:r>
              <a:rPr lang="en-US" sz="2400" b="1" dirty="0">
                <a:latin typeface="Univers Light" panose="020F0502020204030204" pitchFamily="34" charset="0"/>
              </a:rPr>
              <a:t>Force</a:t>
            </a:r>
            <a:r>
              <a:rPr lang="en-US" b="1" dirty="0"/>
              <a:t> </a:t>
            </a:r>
            <a:r>
              <a:rPr lang="en-US" sz="2400" b="1" dirty="0">
                <a:latin typeface="Univers Light" panose="020F0502020204030204" pitchFamily="34" charset="0"/>
              </a:rPr>
              <a:t>Dynamics</a:t>
            </a:r>
          </a:p>
        </p:txBody>
      </p:sp>
      <p:sp>
        <p:nvSpPr>
          <p:cNvPr id="5" name="Rectangle 1">
            <a:extLst>
              <a:ext uri="{FF2B5EF4-FFF2-40B4-BE49-F238E27FC236}">
                <a16:creationId xmlns:a16="http://schemas.microsoft.com/office/drawing/2014/main" id="{20310E7B-B423-ED63-5B2E-107763E9C9E1}"/>
              </a:ext>
            </a:extLst>
          </p:cNvPr>
          <p:cNvSpPr txBox="1">
            <a:spLocks noChangeArrowheads="1"/>
          </p:cNvSpPr>
          <p:nvPr/>
        </p:nvSpPr>
        <p:spPr bwMode="auto">
          <a:xfrm>
            <a:off x="883280" y="2640680"/>
            <a:ext cx="2809874" cy="471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400" b="1" dirty="0">
                <a:latin typeface="Univers Light" panose="020F0502020204030204" pitchFamily="34" charset="0"/>
              </a:rPr>
              <a:t>Wage growth Vs CPI</a:t>
            </a:r>
          </a:p>
        </p:txBody>
      </p:sp>
      <p:grpSp>
        <p:nvGrpSpPr>
          <p:cNvPr id="28" name="Group 27">
            <a:extLst>
              <a:ext uri="{FF2B5EF4-FFF2-40B4-BE49-F238E27FC236}">
                <a16:creationId xmlns:a16="http://schemas.microsoft.com/office/drawing/2014/main" id="{6AED94C9-003B-E1EB-8F96-54DC9895AEAA}"/>
              </a:ext>
            </a:extLst>
          </p:cNvPr>
          <p:cNvGrpSpPr/>
          <p:nvPr/>
        </p:nvGrpSpPr>
        <p:grpSpPr>
          <a:xfrm>
            <a:off x="6193143" y="1823221"/>
            <a:ext cx="2443298" cy="1805295"/>
            <a:chOff x="7275276" y="2294760"/>
            <a:chExt cx="2443298" cy="1805295"/>
          </a:xfrm>
        </p:grpSpPr>
        <p:sp>
          <p:nvSpPr>
            <p:cNvPr id="7" name="Rectangle 1">
              <a:extLst>
                <a:ext uri="{FF2B5EF4-FFF2-40B4-BE49-F238E27FC236}">
                  <a16:creationId xmlns:a16="http://schemas.microsoft.com/office/drawing/2014/main" id="{007C45EC-2DF6-CEE4-92A6-2B4C53746079}"/>
                </a:ext>
              </a:extLst>
            </p:cNvPr>
            <p:cNvSpPr txBox="1">
              <a:spLocks noChangeArrowheads="1"/>
            </p:cNvSpPr>
            <p:nvPr/>
          </p:nvSpPr>
          <p:spPr bwMode="auto">
            <a:xfrm>
              <a:off x="7275276" y="3628516"/>
              <a:ext cx="2443298" cy="471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Univers Light" panose="020F0502020204030204" pitchFamily="34" charset="0"/>
                </a:rPr>
                <a:t>Cyclical Patterns</a:t>
              </a:r>
            </a:p>
          </p:txBody>
        </p:sp>
        <p:grpSp>
          <p:nvGrpSpPr>
            <p:cNvPr id="23" name="Group 22">
              <a:extLst>
                <a:ext uri="{FF2B5EF4-FFF2-40B4-BE49-F238E27FC236}">
                  <a16:creationId xmlns:a16="http://schemas.microsoft.com/office/drawing/2014/main" id="{D3AE331D-27B9-D9CD-F698-9FB3A47A8979}"/>
                </a:ext>
              </a:extLst>
            </p:cNvPr>
            <p:cNvGrpSpPr/>
            <p:nvPr/>
          </p:nvGrpSpPr>
          <p:grpSpPr>
            <a:xfrm>
              <a:off x="7504936" y="2294760"/>
              <a:ext cx="1283464" cy="1243584"/>
              <a:chOff x="7504936" y="2476372"/>
              <a:chExt cx="1283464" cy="1243584"/>
            </a:xfrm>
          </p:grpSpPr>
          <p:pic>
            <p:nvPicPr>
              <p:cNvPr id="16" name="Graphic 15" descr="Snowflake with solid fill">
                <a:extLst>
                  <a:ext uri="{FF2B5EF4-FFF2-40B4-BE49-F238E27FC236}">
                    <a16:creationId xmlns:a16="http://schemas.microsoft.com/office/drawing/2014/main" id="{92D6EB34-DF6D-E104-8A6B-0303169708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46668" y="3044952"/>
                <a:ext cx="641732" cy="641732"/>
              </a:xfrm>
              <a:prstGeom prst="rect">
                <a:avLst/>
              </a:prstGeom>
            </p:spPr>
          </p:pic>
          <p:pic>
            <p:nvPicPr>
              <p:cNvPr id="18" name="Graphic 17" descr="Leaf with solid fill">
                <a:extLst>
                  <a:ext uri="{FF2B5EF4-FFF2-40B4-BE49-F238E27FC236}">
                    <a16:creationId xmlns:a16="http://schemas.microsoft.com/office/drawing/2014/main" id="{FD4596A3-917B-201E-C2A6-3B89EAA9693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04936" y="3078224"/>
                <a:ext cx="641732" cy="641732"/>
              </a:xfrm>
              <a:prstGeom prst="rect">
                <a:avLst/>
              </a:prstGeom>
            </p:spPr>
          </p:pic>
          <p:pic>
            <p:nvPicPr>
              <p:cNvPr id="20" name="Graphic 19" descr="Plant with solid fill">
                <a:extLst>
                  <a:ext uri="{FF2B5EF4-FFF2-40B4-BE49-F238E27FC236}">
                    <a16:creationId xmlns:a16="http://schemas.microsoft.com/office/drawing/2014/main" id="{4063DF3D-3C23-8275-9C80-3EA45EAE699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504936" y="2476372"/>
                <a:ext cx="641732" cy="641732"/>
              </a:xfrm>
              <a:prstGeom prst="rect">
                <a:avLst/>
              </a:prstGeom>
            </p:spPr>
          </p:pic>
          <p:pic>
            <p:nvPicPr>
              <p:cNvPr id="22" name="Graphic 21" descr="Sun with solid fill">
                <a:extLst>
                  <a:ext uri="{FF2B5EF4-FFF2-40B4-BE49-F238E27FC236}">
                    <a16:creationId xmlns:a16="http://schemas.microsoft.com/office/drawing/2014/main" id="{03766F22-EE83-50C0-C315-A0326CB3347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146668" y="2484690"/>
                <a:ext cx="641732" cy="641732"/>
              </a:xfrm>
              <a:prstGeom prst="rect">
                <a:avLst/>
              </a:prstGeom>
            </p:spPr>
          </p:pic>
        </p:grpSp>
      </p:grpSp>
      <p:grpSp>
        <p:nvGrpSpPr>
          <p:cNvPr id="29" name="Group 28">
            <a:extLst>
              <a:ext uri="{FF2B5EF4-FFF2-40B4-BE49-F238E27FC236}">
                <a16:creationId xmlns:a16="http://schemas.microsoft.com/office/drawing/2014/main" id="{492EC1FC-1306-CCC6-0275-D940A41F3D9A}"/>
              </a:ext>
            </a:extLst>
          </p:cNvPr>
          <p:cNvGrpSpPr/>
          <p:nvPr/>
        </p:nvGrpSpPr>
        <p:grpSpPr>
          <a:xfrm>
            <a:off x="9713960" y="1843297"/>
            <a:ext cx="1212191" cy="1660643"/>
            <a:chOff x="9909075" y="2439412"/>
            <a:chExt cx="1212191" cy="1660643"/>
          </a:xfrm>
        </p:grpSpPr>
        <p:sp>
          <p:nvSpPr>
            <p:cNvPr id="8" name="Rectangle 1">
              <a:extLst>
                <a:ext uri="{FF2B5EF4-FFF2-40B4-BE49-F238E27FC236}">
                  <a16:creationId xmlns:a16="http://schemas.microsoft.com/office/drawing/2014/main" id="{B33A7DC2-AE3E-8FBA-108C-82B33F3034C5}"/>
                </a:ext>
              </a:extLst>
            </p:cNvPr>
            <p:cNvSpPr txBox="1">
              <a:spLocks noChangeArrowheads="1"/>
            </p:cNvSpPr>
            <p:nvPr/>
          </p:nvSpPr>
          <p:spPr bwMode="auto">
            <a:xfrm>
              <a:off x="9909075" y="3628516"/>
              <a:ext cx="1212191" cy="471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400" b="1" dirty="0">
                  <a:latin typeface="Univers Light" panose="020F0502020204030204" pitchFamily="34" charset="0"/>
                </a:rPr>
                <a:t>Trends </a:t>
              </a:r>
            </a:p>
          </p:txBody>
        </p:sp>
        <p:pic>
          <p:nvPicPr>
            <p:cNvPr id="25" name="Graphic 24" descr="Upward trend with solid fill">
              <a:extLst>
                <a:ext uri="{FF2B5EF4-FFF2-40B4-BE49-F238E27FC236}">
                  <a16:creationId xmlns:a16="http://schemas.microsoft.com/office/drawing/2014/main" id="{639AE0BD-F943-02FC-9E3A-E0A1FF9AEEC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057970" y="2439412"/>
              <a:ext cx="914400" cy="914400"/>
            </a:xfrm>
            <a:prstGeom prst="rect">
              <a:avLst/>
            </a:prstGeom>
          </p:spPr>
        </p:pic>
      </p:grpSp>
      <p:sp>
        <p:nvSpPr>
          <p:cNvPr id="9" name="Rectangle 1">
            <a:extLst>
              <a:ext uri="{FF2B5EF4-FFF2-40B4-BE49-F238E27FC236}">
                <a16:creationId xmlns:a16="http://schemas.microsoft.com/office/drawing/2014/main" id="{563D3CFF-A08C-AE11-DAD6-95C076B62930}"/>
              </a:ext>
            </a:extLst>
          </p:cNvPr>
          <p:cNvSpPr txBox="1">
            <a:spLocks noChangeArrowheads="1"/>
          </p:cNvSpPr>
          <p:nvPr/>
        </p:nvSpPr>
        <p:spPr bwMode="auto">
          <a:xfrm>
            <a:off x="752263" y="3713977"/>
            <a:ext cx="4772460" cy="471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400" b="1" dirty="0">
                <a:latin typeface="Univers Light" panose="020F0502020204030204" pitchFamily="34" charset="0"/>
              </a:rPr>
              <a:t>Unemployment VS Wage Growth</a:t>
            </a:r>
          </a:p>
        </p:txBody>
      </p:sp>
    </p:spTree>
    <p:extLst>
      <p:ext uri="{BB962C8B-B14F-4D97-AF65-F5344CB8AC3E}">
        <p14:creationId xmlns:p14="http://schemas.microsoft.com/office/powerpoint/2010/main" val="16567908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EE081-03EB-1684-D8BA-362F4872CF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BF64B5-2332-8224-FD9C-6E7D1F2C04ED}"/>
              </a:ext>
            </a:extLst>
          </p:cNvPr>
          <p:cNvSpPr>
            <a:spLocks noGrp="1"/>
          </p:cNvSpPr>
          <p:nvPr>
            <p:ph type="title"/>
          </p:nvPr>
        </p:nvSpPr>
        <p:spPr>
          <a:xfrm>
            <a:off x="-11220431" y="749731"/>
            <a:ext cx="10691265" cy="1307592"/>
          </a:xfrm>
        </p:spPr>
        <p:txBody>
          <a:bodyPr/>
          <a:lstStyle/>
          <a:p>
            <a:r>
              <a:rPr lang="en-US"/>
              <a:t>Research Questions</a:t>
            </a:r>
          </a:p>
        </p:txBody>
      </p:sp>
      <p:sp>
        <p:nvSpPr>
          <p:cNvPr id="4" name="Rectangle 1">
            <a:extLst>
              <a:ext uri="{FF2B5EF4-FFF2-40B4-BE49-F238E27FC236}">
                <a16:creationId xmlns:a16="http://schemas.microsoft.com/office/drawing/2014/main" id="{AC29E201-0702-048F-B947-AA7116113F7E}"/>
              </a:ext>
            </a:extLst>
          </p:cNvPr>
          <p:cNvSpPr>
            <a:spLocks noGrp="1" noChangeArrowheads="1"/>
          </p:cNvSpPr>
          <p:nvPr>
            <p:ph idx="1"/>
          </p:nvPr>
        </p:nvSpPr>
        <p:spPr bwMode="auto">
          <a:xfrm>
            <a:off x="874137" y="966067"/>
            <a:ext cx="1580626" cy="874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endParaRPr lang="en-US" dirty="0"/>
          </a:p>
          <a:p>
            <a:pPr marL="0" indent="0" algn="ctr">
              <a:buNone/>
            </a:pPr>
            <a:r>
              <a:rPr lang="en-US" dirty="0"/>
              <a:t> </a:t>
            </a:r>
            <a:r>
              <a:rPr lang="en-US" b="1" dirty="0"/>
              <a:t>Motivation</a:t>
            </a:r>
            <a:r>
              <a:rPr lang="en-US" dirty="0"/>
              <a:t> </a:t>
            </a:r>
            <a:endParaRPr lang="en-US" sz="2400" b="1" dirty="0">
              <a:latin typeface="Univers Light" panose="020F0502020204030204" pitchFamily="34" charset="0"/>
            </a:endParaRPr>
          </a:p>
        </p:txBody>
      </p:sp>
      <p:grpSp>
        <p:nvGrpSpPr>
          <p:cNvPr id="26" name="Group 25">
            <a:extLst>
              <a:ext uri="{FF2B5EF4-FFF2-40B4-BE49-F238E27FC236}">
                <a16:creationId xmlns:a16="http://schemas.microsoft.com/office/drawing/2014/main" id="{DB542EA7-666A-8854-A637-46FC4638ED89}"/>
              </a:ext>
            </a:extLst>
          </p:cNvPr>
          <p:cNvGrpSpPr/>
          <p:nvPr/>
        </p:nvGrpSpPr>
        <p:grpSpPr>
          <a:xfrm>
            <a:off x="-9225058" y="2778666"/>
            <a:ext cx="1657826" cy="2191845"/>
            <a:chOff x="2785249" y="2459352"/>
            <a:chExt cx="1657826" cy="2191845"/>
          </a:xfrm>
        </p:grpSpPr>
        <p:sp>
          <p:nvSpPr>
            <p:cNvPr id="5" name="Rectangle 1">
              <a:extLst>
                <a:ext uri="{FF2B5EF4-FFF2-40B4-BE49-F238E27FC236}">
                  <a16:creationId xmlns:a16="http://schemas.microsoft.com/office/drawing/2014/main" id="{743F1D52-69DD-0742-2428-6F58557D1773}"/>
                </a:ext>
              </a:extLst>
            </p:cNvPr>
            <p:cNvSpPr txBox="1">
              <a:spLocks noChangeArrowheads="1"/>
            </p:cNvSpPr>
            <p:nvPr/>
          </p:nvSpPr>
          <p:spPr bwMode="auto">
            <a:xfrm>
              <a:off x="2785249" y="3645152"/>
              <a:ext cx="1657826" cy="1006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400" b="1">
                  <a:latin typeface="Univers Light" panose="020F0502020204030204" pitchFamily="34" charset="0"/>
                </a:rPr>
                <a:t>Magnitude</a:t>
              </a:r>
            </a:p>
            <a:p>
              <a:pPr marL="0" indent="0" algn="ctr">
                <a:buFont typeface="Arial" panose="020B0604020202020204" pitchFamily="34" charset="0"/>
                <a:buNone/>
              </a:pPr>
              <a:r>
                <a:rPr lang="en-US" sz="2400" b="1">
                  <a:latin typeface="Univers Light" panose="020F0502020204030204" pitchFamily="34" charset="0"/>
                </a:rPr>
                <a:t>Changes</a:t>
              </a:r>
            </a:p>
          </p:txBody>
        </p:sp>
        <p:pic>
          <p:nvPicPr>
            <p:cNvPr id="12" name="Graphic 11" descr="Tornado with solid fill">
              <a:extLst>
                <a:ext uri="{FF2B5EF4-FFF2-40B4-BE49-F238E27FC236}">
                  <a16:creationId xmlns:a16="http://schemas.microsoft.com/office/drawing/2014/main" id="{D4C8A2B0-3F4A-9E66-6591-1DAE424561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56961" y="2459352"/>
              <a:ext cx="914400" cy="914400"/>
            </a:xfrm>
            <a:prstGeom prst="rect">
              <a:avLst/>
            </a:prstGeom>
          </p:spPr>
        </p:pic>
      </p:grpSp>
      <p:grpSp>
        <p:nvGrpSpPr>
          <p:cNvPr id="27" name="Group 26">
            <a:extLst>
              <a:ext uri="{FF2B5EF4-FFF2-40B4-BE49-F238E27FC236}">
                <a16:creationId xmlns:a16="http://schemas.microsoft.com/office/drawing/2014/main" id="{E4DB8D90-29CC-7BD5-E9BE-5433E88EE764}"/>
              </a:ext>
            </a:extLst>
          </p:cNvPr>
          <p:cNvGrpSpPr/>
          <p:nvPr/>
        </p:nvGrpSpPr>
        <p:grpSpPr>
          <a:xfrm>
            <a:off x="-6863068" y="2712564"/>
            <a:ext cx="1486304" cy="2775816"/>
            <a:chOff x="5147239" y="2393250"/>
            <a:chExt cx="1486304" cy="2775816"/>
          </a:xfrm>
        </p:grpSpPr>
        <p:sp>
          <p:nvSpPr>
            <p:cNvPr id="6" name="Rectangle 1">
              <a:extLst>
                <a:ext uri="{FF2B5EF4-FFF2-40B4-BE49-F238E27FC236}">
                  <a16:creationId xmlns:a16="http://schemas.microsoft.com/office/drawing/2014/main" id="{F5DA7F56-1067-BA1D-A6FA-F4B64F8678BB}"/>
                </a:ext>
              </a:extLst>
            </p:cNvPr>
            <p:cNvSpPr txBox="1">
              <a:spLocks noChangeArrowheads="1"/>
            </p:cNvSpPr>
            <p:nvPr/>
          </p:nvSpPr>
          <p:spPr bwMode="auto">
            <a:xfrm>
              <a:off x="5147239" y="3628516"/>
              <a:ext cx="1486304" cy="154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400" b="1">
                  <a:latin typeface="Univers Light" panose="020F0502020204030204" pitchFamily="34" charset="0"/>
                </a:rPr>
                <a:t>Fatalities </a:t>
              </a:r>
            </a:p>
            <a:p>
              <a:pPr marL="0" indent="0" algn="ctr">
                <a:buFont typeface="Arial" panose="020B0604020202020204" pitchFamily="34" charset="0"/>
                <a:buNone/>
              </a:pPr>
              <a:r>
                <a:rPr lang="en-US" sz="2400" b="1">
                  <a:latin typeface="Univers Light" panose="020F0502020204030204" pitchFamily="34" charset="0"/>
                </a:rPr>
                <a:t>&amp;</a:t>
              </a:r>
            </a:p>
            <a:p>
              <a:pPr marL="0" indent="0" algn="ctr">
                <a:buFont typeface="Arial" panose="020B0604020202020204" pitchFamily="34" charset="0"/>
                <a:buNone/>
              </a:pPr>
              <a:r>
                <a:rPr lang="en-US" sz="2400" b="1">
                  <a:latin typeface="Univers Light" panose="020F0502020204030204" pitchFamily="34" charset="0"/>
                </a:rPr>
                <a:t>Injuries</a:t>
              </a:r>
            </a:p>
          </p:txBody>
        </p:sp>
        <p:pic>
          <p:nvPicPr>
            <p:cNvPr id="14" name="Graphic 13" descr="Medical with solid fill">
              <a:extLst>
                <a:ext uri="{FF2B5EF4-FFF2-40B4-BE49-F238E27FC236}">
                  <a16:creationId xmlns:a16="http://schemas.microsoft.com/office/drawing/2014/main" id="{DE41306D-A5F9-C71A-8969-833A8E330C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33191" y="2393250"/>
              <a:ext cx="914400" cy="914400"/>
            </a:xfrm>
            <a:prstGeom prst="rect">
              <a:avLst/>
            </a:prstGeom>
          </p:spPr>
        </p:pic>
      </p:grpSp>
      <p:grpSp>
        <p:nvGrpSpPr>
          <p:cNvPr id="28" name="Group 27">
            <a:extLst>
              <a:ext uri="{FF2B5EF4-FFF2-40B4-BE49-F238E27FC236}">
                <a16:creationId xmlns:a16="http://schemas.microsoft.com/office/drawing/2014/main" id="{50991E89-E38D-115F-B703-0486BB40489F}"/>
              </a:ext>
            </a:extLst>
          </p:cNvPr>
          <p:cNvGrpSpPr/>
          <p:nvPr/>
        </p:nvGrpSpPr>
        <p:grpSpPr>
          <a:xfrm>
            <a:off x="-4735031" y="2614074"/>
            <a:ext cx="1742785" cy="1805295"/>
            <a:chOff x="7275276" y="2294760"/>
            <a:chExt cx="1742785" cy="1805295"/>
          </a:xfrm>
        </p:grpSpPr>
        <p:sp>
          <p:nvSpPr>
            <p:cNvPr id="7" name="Rectangle 1">
              <a:extLst>
                <a:ext uri="{FF2B5EF4-FFF2-40B4-BE49-F238E27FC236}">
                  <a16:creationId xmlns:a16="http://schemas.microsoft.com/office/drawing/2014/main" id="{EBCA8D90-E067-DAF6-0071-72A3C7C339FC}"/>
                </a:ext>
              </a:extLst>
            </p:cNvPr>
            <p:cNvSpPr txBox="1">
              <a:spLocks noChangeArrowheads="1"/>
            </p:cNvSpPr>
            <p:nvPr/>
          </p:nvSpPr>
          <p:spPr bwMode="auto">
            <a:xfrm>
              <a:off x="7275276" y="3628516"/>
              <a:ext cx="1742785" cy="471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b="1">
                  <a:latin typeface="Univers Light" panose="020F0502020204030204" pitchFamily="34" charset="0"/>
                </a:rPr>
                <a:t>Seasonality</a:t>
              </a:r>
            </a:p>
          </p:txBody>
        </p:sp>
        <p:grpSp>
          <p:nvGrpSpPr>
            <p:cNvPr id="23" name="Group 22">
              <a:extLst>
                <a:ext uri="{FF2B5EF4-FFF2-40B4-BE49-F238E27FC236}">
                  <a16:creationId xmlns:a16="http://schemas.microsoft.com/office/drawing/2014/main" id="{3190C739-AF43-B7DB-5CB3-3D843A4D11B3}"/>
                </a:ext>
              </a:extLst>
            </p:cNvPr>
            <p:cNvGrpSpPr/>
            <p:nvPr/>
          </p:nvGrpSpPr>
          <p:grpSpPr>
            <a:xfrm>
              <a:off x="7504936" y="2294760"/>
              <a:ext cx="1283464" cy="1243584"/>
              <a:chOff x="7504936" y="2476372"/>
              <a:chExt cx="1283464" cy="1243584"/>
            </a:xfrm>
          </p:grpSpPr>
          <p:pic>
            <p:nvPicPr>
              <p:cNvPr id="16" name="Graphic 15" descr="Snowflake with solid fill">
                <a:extLst>
                  <a:ext uri="{FF2B5EF4-FFF2-40B4-BE49-F238E27FC236}">
                    <a16:creationId xmlns:a16="http://schemas.microsoft.com/office/drawing/2014/main" id="{7483D423-3385-21D2-635A-60790123C6F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46668" y="3044952"/>
                <a:ext cx="641732" cy="641732"/>
              </a:xfrm>
              <a:prstGeom prst="rect">
                <a:avLst/>
              </a:prstGeom>
            </p:spPr>
          </p:pic>
          <p:pic>
            <p:nvPicPr>
              <p:cNvPr id="18" name="Graphic 17" descr="Leaf with solid fill">
                <a:extLst>
                  <a:ext uri="{FF2B5EF4-FFF2-40B4-BE49-F238E27FC236}">
                    <a16:creationId xmlns:a16="http://schemas.microsoft.com/office/drawing/2014/main" id="{AA49E0C6-FA78-9955-577E-51ADA9B7C12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504936" y="3078224"/>
                <a:ext cx="641732" cy="641732"/>
              </a:xfrm>
              <a:prstGeom prst="rect">
                <a:avLst/>
              </a:prstGeom>
            </p:spPr>
          </p:pic>
          <p:pic>
            <p:nvPicPr>
              <p:cNvPr id="20" name="Graphic 19" descr="Plant with solid fill">
                <a:extLst>
                  <a:ext uri="{FF2B5EF4-FFF2-40B4-BE49-F238E27FC236}">
                    <a16:creationId xmlns:a16="http://schemas.microsoft.com/office/drawing/2014/main" id="{709F6401-8E56-0C27-0AC4-3E03E623C67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504936" y="2476372"/>
                <a:ext cx="641732" cy="641732"/>
              </a:xfrm>
              <a:prstGeom prst="rect">
                <a:avLst/>
              </a:prstGeom>
            </p:spPr>
          </p:pic>
          <p:pic>
            <p:nvPicPr>
              <p:cNvPr id="22" name="Graphic 21" descr="Sun with solid fill">
                <a:extLst>
                  <a:ext uri="{FF2B5EF4-FFF2-40B4-BE49-F238E27FC236}">
                    <a16:creationId xmlns:a16="http://schemas.microsoft.com/office/drawing/2014/main" id="{BD8D7728-111D-D9AF-478E-22F389BAC00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46668" y="2484690"/>
                <a:ext cx="641732" cy="641732"/>
              </a:xfrm>
              <a:prstGeom prst="rect">
                <a:avLst/>
              </a:prstGeom>
            </p:spPr>
          </p:pic>
        </p:grpSp>
      </p:grpSp>
      <p:pic>
        <p:nvPicPr>
          <p:cNvPr id="15" name="Picture 14" descr="A graph of the time of hurricane&#10;&#10;AI-generated content may be incorrect.">
            <a:extLst>
              <a:ext uri="{FF2B5EF4-FFF2-40B4-BE49-F238E27FC236}">
                <a16:creationId xmlns:a16="http://schemas.microsoft.com/office/drawing/2014/main" id="{BC20A04B-5C80-92C9-879A-2EA0B0A93BBA}"/>
              </a:ext>
            </a:extLst>
          </p:cNvPr>
          <p:cNvPicPr>
            <a:picLocks noChangeAspect="1"/>
          </p:cNvPicPr>
          <p:nvPr/>
        </p:nvPicPr>
        <p:blipFill>
          <a:blip r:embed="rId9"/>
          <a:stretch>
            <a:fillRect/>
          </a:stretch>
        </p:blipFill>
        <p:spPr>
          <a:xfrm>
            <a:off x="12468113" y="959195"/>
            <a:ext cx="5649460" cy="4571863"/>
          </a:xfrm>
          <a:prstGeom prst="rect">
            <a:avLst/>
          </a:prstGeom>
        </p:spPr>
      </p:pic>
      <p:sp>
        <p:nvSpPr>
          <p:cNvPr id="3" name="Rectangle 1">
            <a:extLst>
              <a:ext uri="{FF2B5EF4-FFF2-40B4-BE49-F238E27FC236}">
                <a16:creationId xmlns:a16="http://schemas.microsoft.com/office/drawing/2014/main" id="{0C756A25-2BFB-E1C8-8DF9-DA76B81E9237}"/>
              </a:ext>
            </a:extLst>
          </p:cNvPr>
          <p:cNvSpPr txBox="1">
            <a:spLocks noChangeArrowheads="1"/>
          </p:cNvSpPr>
          <p:nvPr/>
        </p:nvSpPr>
        <p:spPr bwMode="auto">
          <a:xfrm>
            <a:off x="628179" y="1583792"/>
            <a:ext cx="10893261" cy="3378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Universal light"/>
            </a:endParaRPr>
          </a:p>
          <a:p>
            <a:r>
              <a:rPr lang="en-US" dirty="0">
                <a:latin typeface="Universal light"/>
              </a:rPr>
              <a:t> Understanding US labor market dynamics is central to informed economic policymaking and personal financial planning. Traditionally, access to labor data required navigating disparate government databases. This project consolidates six complementary series into a single, democratically accessible dashboard, enabling rapid visual exploration and quantitative analysis of employment, compensation, and Consumer price Index trends. </a:t>
            </a:r>
          </a:p>
          <a:p>
            <a:r>
              <a:rPr lang="en-US" dirty="0">
                <a:latin typeface="Universal light"/>
              </a:rPr>
              <a:t>The choice to automate data collection reflects real-world constraints: labor statistics are released monthly on fixed schedules, and manual downloading introduces human error and stalls iteration. GitHub Actions provides a free, reproducible mechanism to synchronize data automatically. </a:t>
            </a:r>
            <a:endParaRPr lang="en-US" sz="2400" b="1" dirty="0">
              <a:latin typeface="Universal light"/>
            </a:endParaRPr>
          </a:p>
        </p:txBody>
      </p:sp>
    </p:spTree>
    <p:extLst>
      <p:ext uri="{BB962C8B-B14F-4D97-AF65-F5344CB8AC3E}">
        <p14:creationId xmlns:p14="http://schemas.microsoft.com/office/powerpoint/2010/main" val="28814040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27642-F02B-EA18-6B63-D52FFBB49F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E36D0F-6796-B6B6-DA38-87DBC7932D3E}"/>
              </a:ext>
            </a:extLst>
          </p:cNvPr>
          <p:cNvSpPr>
            <a:spLocks noGrp="1"/>
          </p:cNvSpPr>
          <p:nvPr>
            <p:ph type="title"/>
          </p:nvPr>
        </p:nvSpPr>
        <p:spPr>
          <a:xfrm>
            <a:off x="-11220431" y="749731"/>
            <a:ext cx="10691265" cy="1307592"/>
          </a:xfrm>
        </p:spPr>
        <p:txBody>
          <a:bodyPr/>
          <a:lstStyle/>
          <a:p>
            <a:r>
              <a:rPr lang="en-US"/>
              <a:t>Research Questions</a:t>
            </a:r>
          </a:p>
        </p:txBody>
      </p:sp>
      <p:sp>
        <p:nvSpPr>
          <p:cNvPr id="4" name="Rectangle 1">
            <a:extLst>
              <a:ext uri="{FF2B5EF4-FFF2-40B4-BE49-F238E27FC236}">
                <a16:creationId xmlns:a16="http://schemas.microsoft.com/office/drawing/2014/main" id="{26E76B26-3658-F33F-1B7F-A7DE00145BDD}"/>
              </a:ext>
            </a:extLst>
          </p:cNvPr>
          <p:cNvSpPr>
            <a:spLocks noGrp="1" noChangeArrowheads="1"/>
          </p:cNvSpPr>
          <p:nvPr>
            <p:ph idx="1"/>
          </p:nvPr>
        </p:nvSpPr>
        <p:spPr bwMode="auto">
          <a:xfrm>
            <a:off x="2962819" y="1037706"/>
            <a:ext cx="5305282" cy="408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indent="0" algn="ctr">
              <a:buNone/>
            </a:pPr>
            <a:r>
              <a:rPr lang="en-US" dirty="0"/>
              <a:t>  </a:t>
            </a:r>
            <a:r>
              <a:rPr lang="en-US" b="1" dirty="0"/>
              <a:t>Data Series and Coverage  </a:t>
            </a:r>
            <a:endParaRPr lang="en-US" sz="2400" b="1" dirty="0">
              <a:latin typeface="Univers Light" panose="020F0502020204030204" pitchFamily="34" charset="0"/>
            </a:endParaRPr>
          </a:p>
        </p:txBody>
      </p:sp>
      <p:grpSp>
        <p:nvGrpSpPr>
          <p:cNvPr id="26" name="Group 25">
            <a:extLst>
              <a:ext uri="{FF2B5EF4-FFF2-40B4-BE49-F238E27FC236}">
                <a16:creationId xmlns:a16="http://schemas.microsoft.com/office/drawing/2014/main" id="{E0C2ECBE-7B60-601B-E10C-10AB394C834E}"/>
              </a:ext>
            </a:extLst>
          </p:cNvPr>
          <p:cNvGrpSpPr/>
          <p:nvPr/>
        </p:nvGrpSpPr>
        <p:grpSpPr>
          <a:xfrm>
            <a:off x="-9225058" y="2778666"/>
            <a:ext cx="1657826" cy="2191845"/>
            <a:chOff x="2785249" y="2459352"/>
            <a:chExt cx="1657826" cy="2191845"/>
          </a:xfrm>
        </p:grpSpPr>
        <p:sp>
          <p:nvSpPr>
            <p:cNvPr id="5" name="Rectangle 1">
              <a:extLst>
                <a:ext uri="{FF2B5EF4-FFF2-40B4-BE49-F238E27FC236}">
                  <a16:creationId xmlns:a16="http://schemas.microsoft.com/office/drawing/2014/main" id="{7AADB85A-80D3-910D-AEAC-FA3C6F61914F}"/>
                </a:ext>
              </a:extLst>
            </p:cNvPr>
            <p:cNvSpPr txBox="1">
              <a:spLocks noChangeArrowheads="1"/>
            </p:cNvSpPr>
            <p:nvPr/>
          </p:nvSpPr>
          <p:spPr bwMode="auto">
            <a:xfrm>
              <a:off x="2785249" y="3645152"/>
              <a:ext cx="1657826" cy="1006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400" b="1">
                  <a:latin typeface="Univers Light" panose="020F0502020204030204" pitchFamily="34" charset="0"/>
                </a:rPr>
                <a:t>Magnitude</a:t>
              </a:r>
            </a:p>
            <a:p>
              <a:pPr marL="0" indent="0" algn="ctr">
                <a:buFont typeface="Arial" panose="020B0604020202020204" pitchFamily="34" charset="0"/>
                <a:buNone/>
              </a:pPr>
              <a:r>
                <a:rPr lang="en-US" sz="2400" b="1">
                  <a:latin typeface="Univers Light" panose="020F0502020204030204" pitchFamily="34" charset="0"/>
                </a:rPr>
                <a:t>Changes</a:t>
              </a:r>
            </a:p>
          </p:txBody>
        </p:sp>
        <p:pic>
          <p:nvPicPr>
            <p:cNvPr id="12" name="Graphic 11" descr="Tornado with solid fill">
              <a:extLst>
                <a:ext uri="{FF2B5EF4-FFF2-40B4-BE49-F238E27FC236}">
                  <a16:creationId xmlns:a16="http://schemas.microsoft.com/office/drawing/2014/main" id="{B6082B7E-4A74-CCD1-7467-CC12489A0F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56961" y="2459352"/>
              <a:ext cx="914400" cy="914400"/>
            </a:xfrm>
            <a:prstGeom prst="rect">
              <a:avLst/>
            </a:prstGeom>
          </p:spPr>
        </p:pic>
      </p:grpSp>
      <p:grpSp>
        <p:nvGrpSpPr>
          <p:cNvPr id="27" name="Group 26">
            <a:extLst>
              <a:ext uri="{FF2B5EF4-FFF2-40B4-BE49-F238E27FC236}">
                <a16:creationId xmlns:a16="http://schemas.microsoft.com/office/drawing/2014/main" id="{307A5089-6067-D5C9-F923-6594F5418565}"/>
              </a:ext>
            </a:extLst>
          </p:cNvPr>
          <p:cNvGrpSpPr/>
          <p:nvPr/>
        </p:nvGrpSpPr>
        <p:grpSpPr>
          <a:xfrm>
            <a:off x="-6863068" y="2712564"/>
            <a:ext cx="1486304" cy="2775816"/>
            <a:chOff x="5147239" y="2393250"/>
            <a:chExt cx="1486304" cy="2775816"/>
          </a:xfrm>
        </p:grpSpPr>
        <p:sp>
          <p:nvSpPr>
            <p:cNvPr id="6" name="Rectangle 1">
              <a:extLst>
                <a:ext uri="{FF2B5EF4-FFF2-40B4-BE49-F238E27FC236}">
                  <a16:creationId xmlns:a16="http://schemas.microsoft.com/office/drawing/2014/main" id="{0AAA9FEB-BD72-0557-D0DF-1C769054B05E}"/>
                </a:ext>
              </a:extLst>
            </p:cNvPr>
            <p:cNvSpPr txBox="1">
              <a:spLocks noChangeArrowheads="1"/>
            </p:cNvSpPr>
            <p:nvPr/>
          </p:nvSpPr>
          <p:spPr bwMode="auto">
            <a:xfrm>
              <a:off x="5147239" y="3628516"/>
              <a:ext cx="1486304" cy="154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400" b="1">
                  <a:latin typeface="Univers Light" panose="020F0502020204030204" pitchFamily="34" charset="0"/>
                </a:rPr>
                <a:t>Fatalities </a:t>
              </a:r>
            </a:p>
            <a:p>
              <a:pPr marL="0" indent="0" algn="ctr">
                <a:buFont typeface="Arial" panose="020B0604020202020204" pitchFamily="34" charset="0"/>
                <a:buNone/>
              </a:pPr>
              <a:r>
                <a:rPr lang="en-US" sz="2400" b="1">
                  <a:latin typeface="Univers Light" panose="020F0502020204030204" pitchFamily="34" charset="0"/>
                </a:rPr>
                <a:t>&amp;</a:t>
              </a:r>
            </a:p>
            <a:p>
              <a:pPr marL="0" indent="0" algn="ctr">
                <a:buFont typeface="Arial" panose="020B0604020202020204" pitchFamily="34" charset="0"/>
                <a:buNone/>
              </a:pPr>
              <a:r>
                <a:rPr lang="en-US" sz="2400" b="1">
                  <a:latin typeface="Univers Light" panose="020F0502020204030204" pitchFamily="34" charset="0"/>
                </a:rPr>
                <a:t>Injuries</a:t>
              </a:r>
            </a:p>
          </p:txBody>
        </p:sp>
        <p:pic>
          <p:nvPicPr>
            <p:cNvPr id="14" name="Graphic 13" descr="Medical with solid fill">
              <a:extLst>
                <a:ext uri="{FF2B5EF4-FFF2-40B4-BE49-F238E27FC236}">
                  <a16:creationId xmlns:a16="http://schemas.microsoft.com/office/drawing/2014/main" id="{2CD2799C-6620-500F-15EB-4C828592C0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33191" y="2393250"/>
              <a:ext cx="914400" cy="914400"/>
            </a:xfrm>
            <a:prstGeom prst="rect">
              <a:avLst/>
            </a:prstGeom>
          </p:spPr>
        </p:pic>
      </p:grpSp>
      <p:grpSp>
        <p:nvGrpSpPr>
          <p:cNvPr id="28" name="Group 27">
            <a:extLst>
              <a:ext uri="{FF2B5EF4-FFF2-40B4-BE49-F238E27FC236}">
                <a16:creationId xmlns:a16="http://schemas.microsoft.com/office/drawing/2014/main" id="{EFF0F380-C584-859B-EF7C-F62BDB081D53}"/>
              </a:ext>
            </a:extLst>
          </p:cNvPr>
          <p:cNvGrpSpPr/>
          <p:nvPr/>
        </p:nvGrpSpPr>
        <p:grpSpPr>
          <a:xfrm>
            <a:off x="-4735031" y="2614074"/>
            <a:ext cx="1742785" cy="1805295"/>
            <a:chOff x="7275276" y="2294760"/>
            <a:chExt cx="1742785" cy="1805295"/>
          </a:xfrm>
        </p:grpSpPr>
        <p:sp>
          <p:nvSpPr>
            <p:cNvPr id="7" name="Rectangle 1">
              <a:extLst>
                <a:ext uri="{FF2B5EF4-FFF2-40B4-BE49-F238E27FC236}">
                  <a16:creationId xmlns:a16="http://schemas.microsoft.com/office/drawing/2014/main" id="{D646F62D-58DC-5691-89B1-2621764ACDDB}"/>
                </a:ext>
              </a:extLst>
            </p:cNvPr>
            <p:cNvSpPr txBox="1">
              <a:spLocks noChangeArrowheads="1"/>
            </p:cNvSpPr>
            <p:nvPr/>
          </p:nvSpPr>
          <p:spPr bwMode="auto">
            <a:xfrm>
              <a:off x="7275276" y="3628516"/>
              <a:ext cx="1742785" cy="471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b="1">
                  <a:latin typeface="Univers Light" panose="020F0502020204030204" pitchFamily="34" charset="0"/>
                </a:rPr>
                <a:t>Seasonality</a:t>
              </a:r>
            </a:p>
          </p:txBody>
        </p:sp>
        <p:grpSp>
          <p:nvGrpSpPr>
            <p:cNvPr id="23" name="Group 22">
              <a:extLst>
                <a:ext uri="{FF2B5EF4-FFF2-40B4-BE49-F238E27FC236}">
                  <a16:creationId xmlns:a16="http://schemas.microsoft.com/office/drawing/2014/main" id="{54B266D2-8166-0DA4-8EFE-48C3D1966F5E}"/>
                </a:ext>
              </a:extLst>
            </p:cNvPr>
            <p:cNvGrpSpPr/>
            <p:nvPr/>
          </p:nvGrpSpPr>
          <p:grpSpPr>
            <a:xfrm>
              <a:off x="7504936" y="2294760"/>
              <a:ext cx="1283464" cy="1243584"/>
              <a:chOff x="7504936" y="2476372"/>
              <a:chExt cx="1283464" cy="1243584"/>
            </a:xfrm>
          </p:grpSpPr>
          <p:pic>
            <p:nvPicPr>
              <p:cNvPr id="16" name="Graphic 15" descr="Snowflake with solid fill">
                <a:extLst>
                  <a:ext uri="{FF2B5EF4-FFF2-40B4-BE49-F238E27FC236}">
                    <a16:creationId xmlns:a16="http://schemas.microsoft.com/office/drawing/2014/main" id="{BE3FAA1E-1C77-AC9D-DE82-CD2D3FEE4FA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46668" y="3044952"/>
                <a:ext cx="641732" cy="641732"/>
              </a:xfrm>
              <a:prstGeom prst="rect">
                <a:avLst/>
              </a:prstGeom>
            </p:spPr>
          </p:pic>
          <p:pic>
            <p:nvPicPr>
              <p:cNvPr id="18" name="Graphic 17" descr="Leaf with solid fill">
                <a:extLst>
                  <a:ext uri="{FF2B5EF4-FFF2-40B4-BE49-F238E27FC236}">
                    <a16:creationId xmlns:a16="http://schemas.microsoft.com/office/drawing/2014/main" id="{5CE655F2-385A-88DB-D854-677C6EDD136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504936" y="3078224"/>
                <a:ext cx="641732" cy="641732"/>
              </a:xfrm>
              <a:prstGeom prst="rect">
                <a:avLst/>
              </a:prstGeom>
            </p:spPr>
          </p:pic>
          <p:pic>
            <p:nvPicPr>
              <p:cNvPr id="20" name="Graphic 19" descr="Plant with solid fill">
                <a:extLst>
                  <a:ext uri="{FF2B5EF4-FFF2-40B4-BE49-F238E27FC236}">
                    <a16:creationId xmlns:a16="http://schemas.microsoft.com/office/drawing/2014/main" id="{1F1FFD92-03E0-8303-E44B-1DEE689BF3D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504936" y="2476372"/>
                <a:ext cx="641732" cy="641732"/>
              </a:xfrm>
              <a:prstGeom prst="rect">
                <a:avLst/>
              </a:prstGeom>
            </p:spPr>
          </p:pic>
          <p:pic>
            <p:nvPicPr>
              <p:cNvPr id="22" name="Graphic 21" descr="Sun with solid fill">
                <a:extLst>
                  <a:ext uri="{FF2B5EF4-FFF2-40B4-BE49-F238E27FC236}">
                    <a16:creationId xmlns:a16="http://schemas.microsoft.com/office/drawing/2014/main" id="{C0466372-5B6B-CB08-6041-CD0985B369A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46668" y="2484690"/>
                <a:ext cx="641732" cy="641732"/>
              </a:xfrm>
              <a:prstGeom prst="rect">
                <a:avLst/>
              </a:prstGeom>
            </p:spPr>
          </p:pic>
        </p:grpSp>
      </p:grpSp>
      <p:pic>
        <p:nvPicPr>
          <p:cNvPr id="15" name="Picture 14" descr="A graph of the time of hurricane&#10;&#10;AI-generated content may be incorrect.">
            <a:extLst>
              <a:ext uri="{FF2B5EF4-FFF2-40B4-BE49-F238E27FC236}">
                <a16:creationId xmlns:a16="http://schemas.microsoft.com/office/drawing/2014/main" id="{F6604264-62F4-9760-D92D-4AE000E17ED8}"/>
              </a:ext>
            </a:extLst>
          </p:cNvPr>
          <p:cNvPicPr>
            <a:picLocks noChangeAspect="1"/>
          </p:cNvPicPr>
          <p:nvPr/>
        </p:nvPicPr>
        <p:blipFill>
          <a:blip r:embed="rId9"/>
          <a:stretch>
            <a:fillRect/>
          </a:stretch>
        </p:blipFill>
        <p:spPr>
          <a:xfrm>
            <a:off x="12468113" y="959195"/>
            <a:ext cx="5649460" cy="4571863"/>
          </a:xfrm>
          <a:prstGeom prst="rect">
            <a:avLst/>
          </a:prstGeom>
        </p:spPr>
      </p:pic>
      <p:sp>
        <p:nvSpPr>
          <p:cNvPr id="3" name="Rectangle 1">
            <a:extLst>
              <a:ext uri="{FF2B5EF4-FFF2-40B4-BE49-F238E27FC236}">
                <a16:creationId xmlns:a16="http://schemas.microsoft.com/office/drawing/2014/main" id="{8F224964-4F3D-D8C7-DE75-43F29051397F}"/>
              </a:ext>
            </a:extLst>
          </p:cNvPr>
          <p:cNvSpPr txBox="1">
            <a:spLocks noChangeArrowheads="1"/>
          </p:cNvSpPr>
          <p:nvPr/>
        </p:nvSpPr>
        <p:spPr bwMode="auto">
          <a:xfrm>
            <a:off x="441329" y="1287916"/>
            <a:ext cx="11297293" cy="4868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a:p>
            <a:r>
              <a:rPr lang="en-US" dirty="0"/>
              <a:t> </a:t>
            </a:r>
            <a:r>
              <a:rPr lang="en-US" sz="1600" dirty="0">
                <a:latin typeface="Universal light"/>
              </a:rPr>
              <a:t>113-year historical backfill (January 1913 – May 2026) </a:t>
            </a:r>
          </a:p>
          <a:p>
            <a:r>
              <a:rPr lang="en-US" sz="1600" b="1" dirty="0">
                <a:latin typeface="Universal light"/>
              </a:rPr>
              <a:t>Total Nonfarm Payrolls </a:t>
            </a:r>
            <a:r>
              <a:rPr lang="en-US" sz="1600" dirty="0">
                <a:latin typeface="Universal light"/>
              </a:rPr>
              <a:t>measure overall employment levels and serve as a core indicator of labor demand. Data is available from </a:t>
            </a:r>
            <a:r>
              <a:rPr lang="en-US" sz="1600" b="1" dirty="0">
                <a:latin typeface="Universal light"/>
              </a:rPr>
              <a:t>1913 to 2026</a:t>
            </a:r>
            <a:r>
              <a:rPr lang="en-US" sz="1600" dirty="0">
                <a:latin typeface="Universal light"/>
              </a:rPr>
              <a:t>. </a:t>
            </a:r>
          </a:p>
          <a:p>
            <a:r>
              <a:rPr lang="en-US" sz="1600" b="1" dirty="0">
                <a:latin typeface="Universal light"/>
              </a:rPr>
              <a:t>Unemployment Rate </a:t>
            </a:r>
            <a:r>
              <a:rPr lang="en-US" sz="1600" dirty="0">
                <a:latin typeface="Universal light"/>
              </a:rPr>
              <a:t>tracks labor market slack across all demographic groups and is available from </a:t>
            </a:r>
            <a:r>
              <a:rPr lang="en-US" sz="1600" b="1" dirty="0">
                <a:latin typeface="Universal light"/>
              </a:rPr>
              <a:t>1948 to 2026</a:t>
            </a:r>
            <a:r>
              <a:rPr lang="en-US" sz="1600" dirty="0">
                <a:latin typeface="Universal light"/>
              </a:rPr>
              <a:t>. </a:t>
            </a:r>
          </a:p>
          <a:p>
            <a:r>
              <a:rPr lang="en-US" sz="1600" b="1" dirty="0">
                <a:latin typeface="Universal light"/>
              </a:rPr>
              <a:t>Civilian Labor Force Level </a:t>
            </a:r>
            <a:r>
              <a:rPr lang="en-US" sz="1600" dirty="0">
                <a:latin typeface="Universal light"/>
              </a:rPr>
              <a:t>captures workforce participation and helps identify discouraged worker effects; data span </a:t>
            </a:r>
            <a:r>
              <a:rPr lang="en-US" sz="1600" b="1" dirty="0">
                <a:latin typeface="Universal light"/>
              </a:rPr>
              <a:t>1948 to 2026</a:t>
            </a:r>
            <a:r>
              <a:rPr lang="en-US" sz="1600" dirty="0">
                <a:latin typeface="Universal light"/>
              </a:rPr>
              <a:t>. </a:t>
            </a:r>
          </a:p>
          <a:p>
            <a:r>
              <a:rPr lang="en-US" sz="1600" b="1" dirty="0">
                <a:latin typeface="Universal light"/>
              </a:rPr>
              <a:t>Average Weekly Hours (Total Private) </a:t>
            </a:r>
            <a:r>
              <a:rPr lang="en-US" sz="1600" dirty="0">
                <a:latin typeface="Universal light"/>
              </a:rPr>
              <a:t>reflect labor utilization along the intensive margin, available from </a:t>
            </a:r>
            <a:r>
              <a:rPr lang="en-US" sz="1600" b="1" dirty="0">
                <a:latin typeface="Universal light"/>
              </a:rPr>
              <a:t>2006 onward</a:t>
            </a:r>
            <a:r>
              <a:rPr lang="en-US" sz="1600" dirty="0">
                <a:latin typeface="Universal light"/>
              </a:rPr>
              <a:t>. </a:t>
            </a:r>
          </a:p>
          <a:p>
            <a:r>
              <a:rPr lang="en-US" sz="1600" b="1" dirty="0">
                <a:latin typeface="Universal light"/>
              </a:rPr>
              <a:t>Average Hourly Earnings (Total Private) </a:t>
            </a:r>
            <a:r>
              <a:rPr lang="en-US" sz="1600" dirty="0">
                <a:latin typeface="Universal light"/>
              </a:rPr>
              <a:t>measure nominal wage growth and are also available from </a:t>
            </a:r>
            <a:r>
              <a:rPr lang="en-US" sz="1600" b="1" dirty="0">
                <a:latin typeface="Universal light"/>
              </a:rPr>
              <a:t>2006 onward</a:t>
            </a:r>
            <a:r>
              <a:rPr lang="en-US" sz="1600" dirty="0">
                <a:latin typeface="Universal light"/>
              </a:rPr>
              <a:t>. </a:t>
            </a:r>
          </a:p>
          <a:p>
            <a:r>
              <a:rPr lang="en-US" sz="1600" b="1" dirty="0">
                <a:latin typeface="Universal light"/>
              </a:rPr>
              <a:t>Consumer Price Index (CPI-U) </a:t>
            </a:r>
            <a:r>
              <a:rPr lang="en-US" sz="1600" dirty="0">
                <a:latin typeface="Universal light"/>
              </a:rPr>
              <a:t>enables inflation adjustment and real wage analysis, with data from 1948 to 2026. </a:t>
            </a:r>
          </a:p>
          <a:p>
            <a:r>
              <a:rPr lang="en-US" sz="1600" b="1" dirty="0">
                <a:latin typeface="Universal light"/>
              </a:rPr>
              <a:t>Consumer Price Index </a:t>
            </a:r>
            <a:r>
              <a:rPr lang="en-US" sz="1600" dirty="0">
                <a:latin typeface="Universal light"/>
              </a:rPr>
              <a:t>- All items index (not seasonally adjusted) -area: U.S. city average </a:t>
            </a:r>
          </a:p>
          <a:p>
            <a:endParaRPr lang="en-US" sz="1600" dirty="0"/>
          </a:p>
          <a:p>
            <a:endParaRPr lang="en-US" sz="2400" b="1" dirty="0">
              <a:latin typeface="Univers Light" panose="020F0502020204030204" pitchFamily="34" charset="0"/>
            </a:endParaRPr>
          </a:p>
        </p:txBody>
      </p:sp>
    </p:spTree>
    <p:extLst>
      <p:ext uri="{BB962C8B-B14F-4D97-AF65-F5344CB8AC3E}">
        <p14:creationId xmlns:p14="http://schemas.microsoft.com/office/powerpoint/2010/main" val="29890740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7CF29-2FBC-3152-E114-C2029CC67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03E96F-D073-6CF2-188E-BF30CACE5587}"/>
              </a:ext>
            </a:extLst>
          </p:cNvPr>
          <p:cNvSpPr>
            <a:spLocks noGrp="1"/>
          </p:cNvSpPr>
          <p:nvPr>
            <p:ph type="title"/>
          </p:nvPr>
        </p:nvSpPr>
        <p:spPr>
          <a:xfrm>
            <a:off x="-11220431" y="749731"/>
            <a:ext cx="10691265" cy="1307592"/>
          </a:xfrm>
        </p:spPr>
        <p:txBody>
          <a:bodyPr/>
          <a:lstStyle/>
          <a:p>
            <a:r>
              <a:rPr lang="en-US"/>
              <a:t>Research Questions</a:t>
            </a:r>
          </a:p>
        </p:txBody>
      </p:sp>
      <p:sp>
        <p:nvSpPr>
          <p:cNvPr id="4" name="Rectangle 1">
            <a:extLst>
              <a:ext uri="{FF2B5EF4-FFF2-40B4-BE49-F238E27FC236}">
                <a16:creationId xmlns:a16="http://schemas.microsoft.com/office/drawing/2014/main" id="{64C74629-615E-2945-013E-8F3B540866A2}"/>
              </a:ext>
            </a:extLst>
          </p:cNvPr>
          <p:cNvSpPr>
            <a:spLocks noGrp="1" noChangeArrowheads="1"/>
          </p:cNvSpPr>
          <p:nvPr>
            <p:ph idx="1"/>
          </p:nvPr>
        </p:nvSpPr>
        <p:spPr bwMode="auto">
          <a:xfrm>
            <a:off x="2962819" y="1037706"/>
            <a:ext cx="5305282" cy="408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indent="0" algn="ctr">
              <a:buNone/>
            </a:pPr>
            <a:r>
              <a:rPr lang="en-US" dirty="0"/>
              <a:t>  </a:t>
            </a:r>
            <a:r>
              <a:rPr lang="en-US" b="1" dirty="0"/>
              <a:t>Limitations </a:t>
            </a:r>
            <a:endParaRPr lang="en-US" sz="2400" b="1" dirty="0">
              <a:latin typeface="Univers Light" panose="020F0502020204030204" pitchFamily="34" charset="0"/>
            </a:endParaRPr>
          </a:p>
        </p:txBody>
      </p:sp>
      <p:grpSp>
        <p:nvGrpSpPr>
          <p:cNvPr id="26" name="Group 25">
            <a:extLst>
              <a:ext uri="{FF2B5EF4-FFF2-40B4-BE49-F238E27FC236}">
                <a16:creationId xmlns:a16="http://schemas.microsoft.com/office/drawing/2014/main" id="{8DA236A1-CC06-C66A-107B-265C341B7A0D}"/>
              </a:ext>
            </a:extLst>
          </p:cNvPr>
          <p:cNvGrpSpPr/>
          <p:nvPr/>
        </p:nvGrpSpPr>
        <p:grpSpPr>
          <a:xfrm>
            <a:off x="-9225058" y="2778666"/>
            <a:ext cx="1657826" cy="2191845"/>
            <a:chOff x="2785249" y="2459352"/>
            <a:chExt cx="1657826" cy="2191845"/>
          </a:xfrm>
        </p:grpSpPr>
        <p:sp>
          <p:nvSpPr>
            <p:cNvPr id="5" name="Rectangle 1">
              <a:extLst>
                <a:ext uri="{FF2B5EF4-FFF2-40B4-BE49-F238E27FC236}">
                  <a16:creationId xmlns:a16="http://schemas.microsoft.com/office/drawing/2014/main" id="{ABA0E034-4E9C-191A-2E77-612ECEC31644}"/>
                </a:ext>
              </a:extLst>
            </p:cNvPr>
            <p:cNvSpPr txBox="1">
              <a:spLocks noChangeArrowheads="1"/>
            </p:cNvSpPr>
            <p:nvPr/>
          </p:nvSpPr>
          <p:spPr bwMode="auto">
            <a:xfrm>
              <a:off x="2785249" y="3645152"/>
              <a:ext cx="1657826" cy="1006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400" b="1">
                  <a:latin typeface="Univers Light" panose="020F0502020204030204" pitchFamily="34" charset="0"/>
                </a:rPr>
                <a:t>Magnitude</a:t>
              </a:r>
            </a:p>
            <a:p>
              <a:pPr marL="0" indent="0" algn="ctr">
                <a:buFont typeface="Arial" panose="020B0604020202020204" pitchFamily="34" charset="0"/>
                <a:buNone/>
              </a:pPr>
              <a:r>
                <a:rPr lang="en-US" sz="2400" b="1">
                  <a:latin typeface="Univers Light" panose="020F0502020204030204" pitchFamily="34" charset="0"/>
                </a:rPr>
                <a:t>Changes</a:t>
              </a:r>
            </a:p>
          </p:txBody>
        </p:sp>
        <p:pic>
          <p:nvPicPr>
            <p:cNvPr id="12" name="Graphic 11" descr="Tornado with solid fill">
              <a:extLst>
                <a:ext uri="{FF2B5EF4-FFF2-40B4-BE49-F238E27FC236}">
                  <a16:creationId xmlns:a16="http://schemas.microsoft.com/office/drawing/2014/main" id="{AE6AB6B5-E359-E891-699E-DAC6CEBD7E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56961" y="2459352"/>
              <a:ext cx="914400" cy="914400"/>
            </a:xfrm>
            <a:prstGeom prst="rect">
              <a:avLst/>
            </a:prstGeom>
          </p:spPr>
        </p:pic>
      </p:grpSp>
      <p:grpSp>
        <p:nvGrpSpPr>
          <p:cNvPr id="27" name="Group 26">
            <a:extLst>
              <a:ext uri="{FF2B5EF4-FFF2-40B4-BE49-F238E27FC236}">
                <a16:creationId xmlns:a16="http://schemas.microsoft.com/office/drawing/2014/main" id="{307FE264-7F50-B3E8-9532-7444CC3B938C}"/>
              </a:ext>
            </a:extLst>
          </p:cNvPr>
          <p:cNvGrpSpPr/>
          <p:nvPr/>
        </p:nvGrpSpPr>
        <p:grpSpPr>
          <a:xfrm>
            <a:off x="-6863068" y="2712564"/>
            <a:ext cx="1486304" cy="2775816"/>
            <a:chOff x="5147239" y="2393250"/>
            <a:chExt cx="1486304" cy="2775816"/>
          </a:xfrm>
        </p:grpSpPr>
        <p:sp>
          <p:nvSpPr>
            <p:cNvPr id="6" name="Rectangle 1">
              <a:extLst>
                <a:ext uri="{FF2B5EF4-FFF2-40B4-BE49-F238E27FC236}">
                  <a16:creationId xmlns:a16="http://schemas.microsoft.com/office/drawing/2014/main" id="{D09CFF4E-9FC7-0A66-543D-8F4967643B62}"/>
                </a:ext>
              </a:extLst>
            </p:cNvPr>
            <p:cNvSpPr txBox="1">
              <a:spLocks noChangeArrowheads="1"/>
            </p:cNvSpPr>
            <p:nvPr/>
          </p:nvSpPr>
          <p:spPr bwMode="auto">
            <a:xfrm>
              <a:off x="5147239" y="3628516"/>
              <a:ext cx="1486304" cy="154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400" b="1">
                  <a:latin typeface="Univers Light" panose="020F0502020204030204" pitchFamily="34" charset="0"/>
                </a:rPr>
                <a:t>Fatalities </a:t>
              </a:r>
            </a:p>
            <a:p>
              <a:pPr marL="0" indent="0" algn="ctr">
                <a:buFont typeface="Arial" panose="020B0604020202020204" pitchFamily="34" charset="0"/>
                <a:buNone/>
              </a:pPr>
              <a:r>
                <a:rPr lang="en-US" sz="2400" b="1">
                  <a:latin typeface="Univers Light" panose="020F0502020204030204" pitchFamily="34" charset="0"/>
                </a:rPr>
                <a:t>&amp;</a:t>
              </a:r>
            </a:p>
            <a:p>
              <a:pPr marL="0" indent="0" algn="ctr">
                <a:buFont typeface="Arial" panose="020B0604020202020204" pitchFamily="34" charset="0"/>
                <a:buNone/>
              </a:pPr>
              <a:r>
                <a:rPr lang="en-US" sz="2400" b="1">
                  <a:latin typeface="Univers Light" panose="020F0502020204030204" pitchFamily="34" charset="0"/>
                </a:rPr>
                <a:t>Injuries</a:t>
              </a:r>
            </a:p>
          </p:txBody>
        </p:sp>
        <p:pic>
          <p:nvPicPr>
            <p:cNvPr id="14" name="Graphic 13" descr="Medical with solid fill">
              <a:extLst>
                <a:ext uri="{FF2B5EF4-FFF2-40B4-BE49-F238E27FC236}">
                  <a16:creationId xmlns:a16="http://schemas.microsoft.com/office/drawing/2014/main" id="{CF634AB6-DC66-0B54-1460-57CFF2CA377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33191" y="2393250"/>
              <a:ext cx="914400" cy="914400"/>
            </a:xfrm>
            <a:prstGeom prst="rect">
              <a:avLst/>
            </a:prstGeom>
          </p:spPr>
        </p:pic>
      </p:grpSp>
      <p:grpSp>
        <p:nvGrpSpPr>
          <p:cNvPr id="28" name="Group 27">
            <a:extLst>
              <a:ext uri="{FF2B5EF4-FFF2-40B4-BE49-F238E27FC236}">
                <a16:creationId xmlns:a16="http://schemas.microsoft.com/office/drawing/2014/main" id="{4069C181-BC99-A93C-B2AE-89D8E811F83A}"/>
              </a:ext>
            </a:extLst>
          </p:cNvPr>
          <p:cNvGrpSpPr/>
          <p:nvPr/>
        </p:nvGrpSpPr>
        <p:grpSpPr>
          <a:xfrm>
            <a:off x="-4735031" y="2614074"/>
            <a:ext cx="1742785" cy="1805295"/>
            <a:chOff x="7275276" y="2294760"/>
            <a:chExt cx="1742785" cy="1805295"/>
          </a:xfrm>
        </p:grpSpPr>
        <p:sp>
          <p:nvSpPr>
            <p:cNvPr id="7" name="Rectangle 1">
              <a:extLst>
                <a:ext uri="{FF2B5EF4-FFF2-40B4-BE49-F238E27FC236}">
                  <a16:creationId xmlns:a16="http://schemas.microsoft.com/office/drawing/2014/main" id="{A3B915A6-11CC-4016-0C3E-C891F7A6D3B3}"/>
                </a:ext>
              </a:extLst>
            </p:cNvPr>
            <p:cNvSpPr txBox="1">
              <a:spLocks noChangeArrowheads="1"/>
            </p:cNvSpPr>
            <p:nvPr/>
          </p:nvSpPr>
          <p:spPr bwMode="auto">
            <a:xfrm>
              <a:off x="7275276" y="3628516"/>
              <a:ext cx="1742785" cy="471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b="1">
                  <a:latin typeface="Univers Light" panose="020F0502020204030204" pitchFamily="34" charset="0"/>
                </a:rPr>
                <a:t>Seasonality</a:t>
              </a:r>
            </a:p>
          </p:txBody>
        </p:sp>
        <p:grpSp>
          <p:nvGrpSpPr>
            <p:cNvPr id="23" name="Group 22">
              <a:extLst>
                <a:ext uri="{FF2B5EF4-FFF2-40B4-BE49-F238E27FC236}">
                  <a16:creationId xmlns:a16="http://schemas.microsoft.com/office/drawing/2014/main" id="{65798566-DA62-517A-3792-1D032FA77905}"/>
                </a:ext>
              </a:extLst>
            </p:cNvPr>
            <p:cNvGrpSpPr/>
            <p:nvPr/>
          </p:nvGrpSpPr>
          <p:grpSpPr>
            <a:xfrm>
              <a:off x="7504936" y="2294760"/>
              <a:ext cx="1283464" cy="1243584"/>
              <a:chOff x="7504936" y="2476372"/>
              <a:chExt cx="1283464" cy="1243584"/>
            </a:xfrm>
          </p:grpSpPr>
          <p:pic>
            <p:nvPicPr>
              <p:cNvPr id="16" name="Graphic 15" descr="Snowflake with solid fill">
                <a:extLst>
                  <a:ext uri="{FF2B5EF4-FFF2-40B4-BE49-F238E27FC236}">
                    <a16:creationId xmlns:a16="http://schemas.microsoft.com/office/drawing/2014/main" id="{3C320E9B-BBD1-BDD8-D273-EFB2DCD285B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46668" y="3044952"/>
                <a:ext cx="641732" cy="641732"/>
              </a:xfrm>
              <a:prstGeom prst="rect">
                <a:avLst/>
              </a:prstGeom>
            </p:spPr>
          </p:pic>
          <p:pic>
            <p:nvPicPr>
              <p:cNvPr id="18" name="Graphic 17" descr="Leaf with solid fill">
                <a:extLst>
                  <a:ext uri="{FF2B5EF4-FFF2-40B4-BE49-F238E27FC236}">
                    <a16:creationId xmlns:a16="http://schemas.microsoft.com/office/drawing/2014/main" id="{535F0533-27E5-39DE-B265-71EA3D2CC46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504936" y="3078224"/>
                <a:ext cx="641732" cy="641732"/>
              </a:xfrm>
              <a:prstGeom prst="rect">
                <a:avLst/>
              </a:prstGeom>
            </p:spPr>
          </p:pic>
          <p:pic>
            <p:nvPicPr>
              <p:cNvPr id="20" name="Graphic 19" descr="Plant with solid fill">
                <a:extLst>
                  <a:ext uri="{FF2B5EF4-FFF2-40B4-BE49-F238E27FC236}">
                    <a16:creationId xmlns:a16="http://schemas.microsoft.com/office/drawing/2014/main" id="{ABE08012-D513-59E7-24F6-65A8180BA25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504936" y="2476372"/>
                <a:ext cx="641732" cy="641732"/>
              </a:xfrm>
              <a:prstGeom prst="rect">
                <a:avLst/>
              </a:prstGeom>
            </p:spPr>
          </p:pic>
          <p:pic>
            <p:nvPicPr>
              <p:cNvPr id="22" name="Graphic 21" descr="Sun with solid fill">
                <a:extLst>
                  <a:ext uri="{FF2B5EF4-FFF2-40B4-BE49-F238E27FC236}">
                    <a16:creationId xmlns:a16="http://schemas.microsoft.com/office/drawing/2014/main" id="{99BD6006-FCAE-8AB0-2089-4721711DBF1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46668" y="2484690"/>
                <a:ext cx="641732" cy="641732"/>
              </a:xfrm>
              <a:prstGeom prst="rect">
                <a:avLst/>
              </a:prstGeom>
            </p:spPr>
          </p:pic>
        </p:grpSp>
      </p:grpSp>
      <p:pic>
        <p:nvPicPr>
          <p:cNvPr id="15" name="Picture 14" descr="A graph of the time of hurricane&#10;&#10;AI-generated content may be incorrect.">
            <a:extLst>
              <a:ext uri="{FF2B5EF4-FFF2-40B4-BE49-F238E27FC236}">
                <a16:creationId xmlns:a16="http://schemas.microsoft.com/office/drawing/2014/main" id="{39A6708C-D0E9-3489-C53E-91E3907E24CC}"/>
              </a:ext>
            </a:extLst>
          </p:cNvPr>
          <p:cNvPicPr>
            <a:picLocks noChangeAspect="1"/>
          </p:cNvPicPr>
          <p:nvPr/>
        </p:nvPicPr>
        <p:blipFill>
          <a:blip r:embed="rId9"/>
          <a:stretch>
            <a:fillRect/>
          </a:stretch>
        </p:blipFill>
        <p:spPr>
          <a:xfrm>
            <a:off x="12468113" y="959195"/>
            <a:ext cx="5649460" cy="4571863"/>
          </a:xfrm>
          <a:prstGeom prst="rect">
            <a:avLst/>
          </a:prstGeom>
        </p:spPr>
      </p:pic>
      <p:sp>
        <p:nvSpPr>
          <p:cNvPr id="3" name="Rectangle 1">
            <a:extLst>
              <a:ext uri="{FF2B5EF4-FFF2-40B4-BE49-F238E27FC236}">
                <a16:creationId xmlns:a16="http://schemas.microsoft.com/office/drawing/2014/main" id="{0CB967C7-08A0-AFB7-1428-11AC4EB1D08B}"/>
              </a:ext>
            </a:extLst>
          </p:cNvPr>
          <p:cNvSpPr txBox="1">
            <a:spLocks noChangeArrowheads="1"/>
          </p:cNvSpPr>
          <p:nvPr/>
        </p:nvSpPr>
        <p:spPr bwMode="auto">
          <a:xfrm>
            <a:off x="441329" y="1287916"/>
            <a:ext cx="11297293" cy="4540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Universal light"/>
            </a:endParaRPr>
          </a:p>
          <a:p>
            <a:pPr marL="0" indent="0">
              <a:buNone/>
            </a:pPr>
            <a:r>
              <a:rPr lang="en-US" b="1" dirty="0">
                <a:latin typeface="Universal light"/>
              </a:rPr>
              <a:t>Data Release Delays </a:t>
            </a:r>
          </a:p>
          <a:p>
            <a:r>
              <a:rPr lang="en-US" sz="1600" dirty="0">
                <a:latin typeface="Universal light"/>
              </a:rPr>
              <a:t>BLS publishes employment data with a ~1-month lag (e.g., May data released in early June). </a:t>
            </a:r>
          </a:p>
          <a:p>
            <a:r>
              <a:rPr lang="en-US" sz="1600" dirty="0">
                <a:latin typeface="Universal light"/>
              </a:rPr>
              <a:t>The dashboard always reflects the most recent published data, not real-time conditions. . </a:t>
            </a:r>
          </a:p>
          <a:p>
            <a:pPr marL="0" indent="0">
              <a:buNone/>
            </a:pPr>
            <a:r>
              <a:rPr lang="en-US" b="1" dirty="0">
                <a:latin typeface="Universal light"/>
              </a:rPr>
              <a:t>Seasonal Adjustment &amp; Aggregation </a:t>
            </a:r>
          </a:p>
          <a:p>
            <a:r>
              <a:rPr lang="en-US" sz="1600" dirty="0">
                <a:latin typeface="Universal light"/>
              </a:rPr>
              <a:t>Most employment series are seasonally adjusted (SA). The original unadjusted data contain sharp regularities (e.g., retail hiring in November–December) that the Census Bureau removes via X-13 filters. </a:t>
            </a:r>
          </a:p>
          <a:p>
            <a:r>
              <a:rPr lang="en-US" sz="1600" dirty="0">
                <a:latin typeface="Universal light"/>
              </a:rPr>
              <a:t>CPI is not seasonally adjusted; the spike each January reflects seasonal energy/food costs. </a:t>
            </a:r>
          </a:p>
          <a:p>
            <a:pPr marL="0" indent="0">
              <a:buNone/>
            </a:pPr>
            <a:r>
              <a:rPr lang="en-US" b="1" dirty="0">
                <a:latin typeface="Universal light"/>
              </a:rPr>
              <a:t>Technical Constraints </a:t>
            </a:r>
            <a:endParaRPr lang="en-US" sz="1600" b="1" dirty="0">
              <a:latin typeface="Universal light"/>
            </a:endParaRPr>
          </a:p>
          <a:p>
            <a:r>
              <a:rPr lang="en-US" sz="1600" dirty="0">
                <a:latin typeface="Universal light"/>
              </a:rPr>
              <a:t>BLS API limits to 20-year windows per request; this is handled but adds complexity. </a:t>
            </a:r>
          </a:p>
          <a:p>
            <a:r>
              <a:rPr lang="en-US" sz="1600" dirty="0">
                <a:latin typeface="Universal light"/>
              </a:rPr>
              <a:t>Multiple series large-scale batch queries require API key registration. </a:t>
            </a:r>
          </a:p>
        </p:txBody>
      </p:sp>
    </p:spTree>
    <p:extLst>
      <p:ext uri="{BB962C8B-B14F-4D97-AF65-F5344CB8AC3E}">
        <p14:creationId xmlns:p14="http://schemas.microsoft.com/office/powerpoint/2010/main" val="1362712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FDD68-9FBF-8AB7-EB96-01880342B248}"/>
            </a:ext>
          </a:extLst>
        </p:cNvPr>
        <p:cNvGrpSpPr/>
        <p:nvPr/>
      </p:nvGrpSpPr>
      <p:grpSpPr>
        <a:xfrm>
          <a:off x="0" y="0"/>
          <a:ext cx="0" cy="0"/>
          <a:chOff x="0" y="0"/>
          <a:chExt cx="0" cy="0"/>
        </a:xfrm>
      </p:grpSpPr>
      <p:sp>
        <p:nvSpPr>
          <p:cNvPr id="8" name="Rectangle 1">
            <a:extLst>
              <a:ext uri="{FF2B5EF4-FFF2-40B4-BE49-F238E27FC236}">
                <a16:creationId xmlns:a16="http://schemas.microsoft.com/office/drawing/2014/main" id="{4334D726-9004-7D34-80F3-CFAD1EBBD1C5}"/>
              </a:ext>
            </a:extLst>
          </p:cNvPr>
          <p:cNvSpPr txBox="1">
            <a:spLocks noChangeArrowheads="1"/>
          </p:cNvSpPr>
          <p:nvPr/>
        </p:nvSpPr>
        <p:spPr bwMode="auto">
          <a:xfrm>
            <a:off x="-10616619" y="1467203"/>
            <a:ext cx="1931940" cy="154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sp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400" b="1">
                <a:latin typeface="Univers Light" panose="020F0502020204030204" pitchFamily="34" charset="0"/>
              </a:rPr>
              <a:t>Trends </a:t>
            </a:r>
          </a:p>
          <a:p>
            <a:pPr marL="0" indent="0" algn="ctr">
              <a:buFont typeface="Arial" panose="020B0604020202020204" pitchFamily="34" charset="0"/>
              <a:buNone/>
            </a:pPr>
            <a:r>
              <a:rPr lang="en-US" sz="2400" b="1">
                <a:latin typeface="Univers Light" panose="020F0502020204030204" pitchFamily="34" charset="0"/>
              </a:rPr>
              <a:t>&amp;</a:t>
            </a:r>
          </a:p>
          <a:p>
            <a:pPr marL="0" indent="0" algn="ctr">
              <a:buFont typeface="Arial" panose="020B0604020202020204" pitchFamily="34" charset="0"/>
              <a:buNone/>
            </a:pPr>
            <a:r>
              <a:rPr lang="en-US" sz="2400" b="1">
                <a:latin typeface="Univers Light" panose="020F0502020204030204" pitchFamily="34" charset="0"/>
              </a:rPr>
              <a:t>Predictability</a:t>
            </a:r>
          </a:p>
        </p:txBody>
      </p:sp>
      <p:pic>
        <p:nvPicPr>
          <p:cNvPr id="25" name="Graphic 24" descr="Upward trend with solid fill">
            <a:extLst>
              <a:ext uri="{FF2B5EF4-FFF2-40B4-BE49-F238E27FC236}">
                <a16:creationId xmlns:a16="http://schemas.microsoft.com/office/drawing/2014/main" id="{954DC1CD-CC3C-28D8-A083-59B989F760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44371" y="1518853"/>
            <a:ext cx="1093083" cy="1093083"/>
          </a:xfrm>
          <a:prstGeom prst="rect">
            <a:avLst/>
          </a:prstGeom>
        </p:spPr>
      </p:pic>
      <p:sp>
        <p:nvSpPr>
          <p:cNvPr id="11" name="Rectangle 1">
            <a:extLst>
              <a:ext uri="{FF2B5EF4-FFF2-40B4-BE49-F238E27FC236}">
                <a16:creationId xmlns:a16="http://schemas.microsoft.com/office/drawing/2014/main" id="{23F8A1F5-A3E3-2194-F13E-2A47B74E7D63}"/>
              </a:ext>
            </a:extLst>
          </p:cNvPr>
          <p:cNvSpPr txBox="1">
            <a:spLocks noChangeArrowheads="1"/>
          </p:cNvSpPr>
          <p:nvPr/>
        </p:nvSpPr>
        <p:spPr bwMode="auto">
          <a:xfrm>
            <a:off x="-3615442" y="3274487"/>
            <a:ext cx="2909455" cy="234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900" dirty="0"/>
              <a:t>ARIMA Forecast of Annual U.S. </a:t>
            </a:r>
            <a:r>
              <a:rPr lang="en-US" sz="900" dirty="0" err="1"/>
              <a:t>Torado</a:t>
            </a:r>
            <a:r>
              <a:rPr lang="en-US" sz="900" dirty="0"/>
              <a:t> Counts</a:t>
            </a:r>
            <a:endParaRPr lang="en-US" sz="900" dirty="0">
              <a:latin typeface="Univers Light" panose="020F0502020204030204" pitchFamily="34" charset="0"/>
            </a:endParaRPr>
          </a:p>
        </p:txBody>
      </p:sp>
      <p:pic>
        <p:nvPicPr>
          <p:cNvPr id="14" name="Picture 13" descr="A graph of a line and a line&#10;&#10;AI-generated content may be incorrect.">
            <a:extLst>
              <a:ext uri="{FF2B5EF4-FFF2-40B4-BE49-F238E27FC236}">
                <a16:creationId xmlns:a16="http://schemas.microsoft.com/office/drawing/2014/main" id="{AEFF0BCE-A776-C5E3-20CE-54CD832C8649}"/>
              </a:ext>
            </a:extLst>
          </p:cNvPr>
          <p:cNvPicPr>
            <a:picLocks noChangeAspect="1"/>
          </p:cNvPicPr>
          <p:nvPr/>
        </p:nvPicPr>
        <p:blipFill>
          <a:blip r:embed="rId4"/>
          <a:stretch>
            <a:fillRect/>
          </a:stretch>
        </p:blipFill>
        <p:spPr>
          <a:xfrm>
            <a:off x="-11744371" y="3632143"/>
            <a:ext cx="3684889" cy="2625411"/>
          </a:xfrm>
          <a:prstGeom prst="rect">
            <a:avLst/>
          </a:prstGeom>
        </p:spPr>
      </p:pic>
      <p:sp>
        <p:nvSpPr>
          <p:cNvPr id="2" name="Title 1">
            <a:extLst>
              <a:ext uri="{FF2B5EF4-FFF2-40B4-BE49-F238E27FC236}">
                <a16:creationId xmlns:a16="http://schemas.microsoft.com/office/drawing/2014/main" id="{3551D4A2-50CD-698E-5A6D-6E0E7F99C654}"/>
              </a:ext>
            </a:extLst>
          </p:cNvPr>
          <p:cNvSpPr txBox="1">
            <a:spLocks/>
          </p:cNvSpPr>
          <p:nvPr/>
        </p:nvSpPr>
        <p:spPr>
          <a:xfrm>
            <a:off x="-7655516" y="1789074"/>
            <a:ext cx="6449891" cy="4604650"/>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a:lstStyle>
          <a:p>
            <a:r>
              <a:rPr lang="en-US"/>
              <a:t>CONCLUSION:</a:t>
            </a:r>
          </a:p>
        </p:txBody>
      </p:sp>
      <p:sp>
        <p:nvSpPr>
          <p:cNvPr id="3" name="Title 1">
            <a:extLst>
              <a:ext uri="{FF2B5EF4-FFF2-40B4-BE49-F238E27FC236}">
                <a16:creationId xmlns:a16="http://schemas.microsoft.com/office/drawing/2014/main" id="{FAA33D5C-7D0C-11C1-F5C3-B007BA726878}"/>
              </a:ext>
            </a:extLst>
          </p:cNvPr>
          <p:cNvSpPr>
            <a:spLocks noGrp="1"/>
          </p:cNvSpPr>
          <p:nvPr>
            <p:ph type="title"/>
          </p:nvPr>
        </p:nvSpPr>
        <p:spPr/>
        <p:txBody>
          <a:bodyPr>
            <a:normAutofit/>
          </a:bodyPr>
          <a:lstStyle/>
          <a:p>
            <a:r>
              <a:rPr lang="en-US" dirty="0"/>
              <a:t>Economic Insights Gained </a:t>
            </a:r>
            <a:br>
              <a:rPr lang="en-US" dirty="0"/>
            </a:br>
            <a:endParaRPr lang="en-US" sz="1800" dirty="0">
              <a:latin typeface="+mn-lt"/>
              <a:ea typeface="+mn-ea"/>
              <a:cs typeface="+mn-cs"/>
            </a:endParaRPr>
          </a:p>
        </p:txBody>
      </p:sp>
      <p:sp>
        <p:nvSpPr>
          <p:cNvPr id="4" name="Content Placeholder 3">
            <a:extLst>
              <a:ext uri="{FF2B5EF4-FFF2-40B4-BE49-F238E27FC236}">
                <a16:creationId xmlns:a16="http://schemas.microsoft.com/office/drawing/2014/main" id="{FE8B3597-6CAA-31FA-2BC9-D2C64E66B658}"/>
              </a:ext>
            </a:extLst>
          </p:cNvPr>
          <p:cNvSpPr>
            <a:spLocks noGrp="1"/>
          </p:cNvSpPr>
          <p:nvPr>
            <p:ph idx="1"/>
          </p:nvPr>
        </p:nvSpPr>
        <p:spPr>
          <a:xfrm>
            <a:off x="700635" y="1636295"/>
            <a:ext cx="10691265" cy="4325593"/>
          </a:xfrm>
        </p:spPr>
        <p:txBody>
          <a:bodyPr>
            <a:normAutofit fontScale="85000" lnSpcReduction="20000"/>
          </a:bodyPr>
          <a:lstStyle/>
          <a:p>
            <a:r>
              <a:rPr lang="en-US" b="1" dirty="0">
                <a:latin typeface="Universal light"/>
              </a:rPr>
              <a:t>Business-cycle co-movement </a:t>
            </a:r>
            <a:r>
              <a:rPr lang="en-US" dirty="0">
                <a:latin typeface="Universal light"/>
              </a:rPr>
              <a:t>Labor market indicators move systematically over the business cycle: expansions feature rising payroll employment and labor force participation alongside falling unemployment, while contractions reverse these patterns. </a:t>
            </a:r>
          </a:p>
          <a:p>
            <a:r>
              <a:rPr lang="en-US" dirty="0">
                <a:latin typeface="Universal light"/>
              </a:rPr>
              <a:t> </a:t>
            </a:r>
            <a:r>
              <a:rPr lang="en-US" b="1" dirty="0">
                <a:latin typeface="Universal light"/>
              </a:rPr>
              <a:t>Real wage pressure from inflation </a:t>
            </a:r>
            <a:r>
              <a:rPr lang="en-US" dirty="0">
                <a:latin typeface="Universal light"/>
              </a:rPr>
              <a:t>Nominal wage growth does not necessarily translate into improved worker welfare. Periods when inflation outpaces wage growth—most notably during 2021–2025—result in real wage erosion and reduced purchasing power. </a:t>
            </a:r>
          </a:p>
          <a:p>
            <a:r>
              <a:rPr lang="en-US" dirty="0">
                <a:latin typeface="Universal light"/>
              </a:rPr>
              <a:t> </a:t>
            </a:r>
            <a:r>
              <a:rPr lang="en-US" b="1" dirty="0">
                <a:latin typeface="Universal light"/>
              </a:rPr>
              <a:t>Unemployment–wage relationship </a:t>
            </a:r>
            <a:r>
              <a:rPr lang="en-US" dirty="0">
                <a:latin typeface="Universal light"/>
              </a:rPr>
              <a:t>A modest but persistent Phillips-curve relationship is observed, with higher unemployment associated with slower wage growth. Short-run estimates suggest that a one-percentage-point increase in unemployment corresponds to roughly a 0.18 percentage-point decline in annualized wage growth. </a:t>
            </a:r>
          </a:p>
          <a:p>
            <a:r>
              <a:rPr lang="en-US" dirty="0">
                <a:latin typeface="Universal light"/>
              </a:rPr>
              <a:t> </a:t>
            </a:r>
            <a:r>
              <a:rPr lang="en-US" b="1" dirty="0">
                <a:latin typeface="Universal light"/>
              </a:rPr>
              <a:t>Employment vs. adjustment margins </a:t>
            </a:r>
            <a:r>
              <a:rPr lang="en-US" dirty="0">
                <a:latin typeface="Universal light"/>
              </a:rPr>
              <a:t>Payroll employment and unemployment exhibit strong inverse dynamics, while measures such as average weekly hours display weaker contemporaneous correlations, indicating that firms often adjust labor input through hours before altering employment levels.</a:t>
            </a:r>
          </a:p>
          <a:p>
            <a:r>
              <a:rPr lang="en-US" dirty="0">
                <a:latin typeface="Universal light"/>
              </a:rPr>
              <a:t> </a:t>
            </a:r>
            <a:r>
              <a:rPr lang="en-US" b="1" dirty="0">
                <a:latin typeface="Universal light"/>
              </a:rPr>
              <a:t>Labor force dynamics and participation </a:t>
            </a:r>
            <a:r>
              <a:rPr lang="en-US" dirty="0">
                <a:latin typeface="Universal light"/>
              </a:rPr>
              <a:t>The labor force expands steadily during economic growth but may contract during downturns as discouraged workers exit, potentially understating labor-market slack when relying solely on the unemployment rate.</a:t>
            </a:r>
          </a:p>
        </p:txBody>
      </p:sp>
    </p:spTree>
    <p:extLst>
      <p:ext uri="{BB962C8B-B14F-4D97-AF65-F5344CB8AC3E}">
        <p14:creationId xmlns:p14="http://schemas.microsoft.com/office/powerpoint/2010/main" val="35625059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668</Words>
  <Application>Microsoft Office PowerPoint</Application>
  <PresentationFormat>Widescreen</PresentationFormat>
  <Paragraphs>74</Paragraphs>
  <Slides>6</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Aptos</vt:lpstr>
      <vt:lpstr>Arial</vt:lpstr>
      <vt:lpstr>Calisto MT</vt:lpstr>
      <vt:lpstr>Univers Condensed</vt:lpstr>
      <vt:lpstr>Univers Light</vt:lpstr>
      <vt:lpstr>Universal light</vt:lpstr>
      <vt:lpstr>ChronicleVTI</vt:lpstr>
      <vt:lpstr>US labor statistics analysis</vt:lpstr>
      <vt:lpstr>Research Questions</vt:lpstr>
      <vt:lpstr>Research Questions</vt:lpstr>
      <vt:lpstr>Research Questions</vt:lpstr>
      <vt:lpstr>Research Questions</vt:lpstr>
      <vt:lpstr>Economic Insights Gained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SASIKUMAR DAMODARAN</cp:lastModifiedBy>
  <cp:revision>2</cp:revision>
  <dcterms:created xsi:type="dcterms:W3CDTF">2025-12-15T22:53:54Z</dcterms:created>
  <dcterms:modified xsi:type="dcterms:W3CDTF">2026-05-05T22:30:50Z</dcterms:modified>
</cp:coreProperties>
</file>